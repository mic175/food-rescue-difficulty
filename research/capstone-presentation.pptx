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18"/>
  </p:notesMasterIdLst>
  <p:sldIdLst>
    <p:sldId id="256" r:id="rId2"/>
    <p:sldId id="274" r:id="rId3"/>
    <p:sldId id="266" r:id="rId4"/>
    <p:sldId id="268" r:id="rId5"/>
    <p:sldId id="270" r:id="rId6"/>
    <p:sldId id="257" r:id="rId7"/>
    <p:sldId id="265" r:id="rId8"/>
    <p:sldId id="271" r:id="rId9"/>
    <p:sldId id="278" r:id="rId10"/>
    <p:sldId id="261" r:id="rId11"/>
    <p:sldId id="275" r:id="rId12"/>
    <p:sldId id="259" r:id="rId13"/>
    <p:sldId id="264" r:id="rId14"/>
    <p:sldId id="273" r:id="rId15"/>
    <p:sldId id="272" r:id="rId16"/>
    <p:sldId id="27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BEAC84-A771-42CE-A07B-92DA3EA5C0DB}" v="310" dt="2025-04-04T09:32:56.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57" autoAdjust="0"/>
    <p:restoredTop sz="61983" autoAdjust="0"/>
  </p:normalViewPr>
  <p:slideViewPr>
    <p:cSldViewPr snapToGrid="0">
      <p:cViewPr varScale="1">
        <p:scale>
          <a:sx n="55" d="100"/>
          <a:sy n="55" d="100"/>
        </p:scale>
        <p:origin x="1286"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Mingyu" userId="21e2354b-f0cc-4e3b-b5db-56c4591c53aa" providerId="ADAL" clId="{66BEAC84-A771-42CE-A07B-92DA3EA5C0DB}"/>
    <pc:docChg chg="undo custSel addSld delSld modSld sldOrd">
      <pc:chgData name="Chen, Mingyu" userId="21e2354b-f0cc-4e3b-b5db-56c4591c53aa" providerId="ADAL" clId="{66BEAC84-A771-42CE-A07B-92DA3EA5C0DB}" dt="2025-04-09T05:33:31.927" v="10507" actId="20577"/>
      <pc:docMkLst>
        <pc:docMk/>
      </pc:docMkLst>
      <pc:sldChg chg="addSp delSp modSp mod setBg modNotesTx">
        <pc:chgData name="Chen, Mingyu" userId="21e2354b-f0cc-4e3b-b5db-56c4591c53aa" providerId="ADAL" clId="{66BEAC84-A771-42CE-A07B-92DA3EA5C0DB}" dt="2025-04-03T14:47:53.018" v="9313" actId="21"/>
        <pc:sldMkLst>
          <pc:docMk/>
          <pc:sldMk cId="3896356754" sldId="256"/>
        </pc:sldMkLst>
        <pc:picChg chg="add mod">
          <ac:chgData name="Chen, Mingyu" userId="21e2354b-f0cc-4e3b-b5db-56c4591c53aa" providerId="ADAL" clId="{66BEAC84-A771-42CE-A07B-92DA3EA5C0DB}" dt="2025-04-03T14:45:46.350" v="9301" actId="14100"/>
          <ac:picMkLst>
            <pc:docMk/>
            <pc:sldMk cId="3896356754" sldId="256"/>
            <ac:picMk id="9" creationId="{C54C2874-6389-3C8A-DEA7-B962CDCD424C}"/>
          </ac:picMkLst>
        </pc:picChg>
      </pc:sldChg>
      <pc:sldChg chg="addSp delSp modSp new mod setBg addAnim modAnim delDesignElem modNotesTx">
        <pc:chgData name="Chen, Mingyu" userId="21e2354b-f0cc-4e3b-b5db-56c4591c53aa" providerId="ADAL" clId="{66BEAC84-A771-42CE-A07B-92DA3EA5C0DB}" dt="2025-04-09T05:33:31.927" v="10507" actId="20577"/>
        <pc:sldMkLst>
          <pc:docMk/>
          <pc:sldMk cId="3574006735" sldId="257"/>
        </pc:sldMkLst>
        <pc:spChg chg="mod">
          <ac:chgData name="Chen, Mingyu" userId="21e2354b-f0cc-4e3b-b5db-56c4591c53aa" providerId="ADAL" clId="{66BEAC84-A771-42CE-A07B-92DA3EA5C0DB}" dt="2025-03-30T05:29:38.495" v="2627" actId="26606"/>
          <ac:spMkLst>
            <pc:docMk/>
            <pc:sldMk cId="3574006735" sldId="257"/>
            <ac:spMk id="2" creationId="{14BD0E6B-28D6-7BBE-3D5E-E152075F4690}"/>
          </ac:spMkLst>
        </pc:spChg>
        <pc:picChg chg="add mod">
          <ac:chgData name="Chen, Mingyu" userId="21e2354b-f0cc-4e3b-b5db-56c4591c53aa" providerId="ADAL" clId="{66BEAC84-A771-42CE-A07B-92DA3EA5C0DB}" dt="2025-03-30T05:29:38.495" v="2627" actId="26606"/>
          <ac:picMkLst>
            <pc:docMk/>
            <pc:sldMk cId="3574006735" sldId="257"/>
            <ac:picMk id="7" creationId="{62B7FE8E-131C-D179-51A8-28C30D0D6D50}"/>
          </ac:picMkLst>
        </pc:picChg>
      </pc:sldChg>
      <pc:sldChg chg="modSp new del mod">
        <pc:chgData name="Chen, Mingyu" userId="21e2354b-f0cc-4e3b-b5db-56c4591c53aa" providerId="ADAL" clId="{66BEAC84-A771-42CE-A07B-92DA3EA5C0DB}" dt="2025-03-30T18:22:10.938" v="3578" actId="2696"/>
        <pc:sldMkLst>
          <pc:docMk/>
          <pc:sldMk cId="1794477741" sldId="258"/>
        </pc:sldMkLst>
      </pc:sldChg>
      <pc:sldChg chg="addSp delSp modSp new mod setBg modAnim modNotesTx">
        <pc:chgData name="Chen, Mingyu" userId="21e2354b-f0cc-4e3b-b5db-56c4591c53aa" providerId="ADAL" clId="{66BEAC84-A771-42CE-A07B-92DA3EA5C0DB}" dt="2025-04-04T16:45:42.962" v="10370" actId="20577"/>
        <pc:sldMkLst>
          <pc:docMk/>
          <pc:sldMk cId="916298505" sldId="259"/>
        </pc:sldMkLst>
        <pc:spChg chg="mod">
          <ac:chgData name="Chen, Mingyu" userId="21e2354b-f0cc-4e3b-b5db-56c4591c53aa" providerId="ADAL" clId="{66BEAC84-A771-42CE-A07B-92DA3EA5C0DB}" dt="2025-04-03T22:04:35.925" v="9921" actId="1076"/>
          <ac:spMkLst>
            <pc:docMk/>
            <pc:sldMk cId="916298505" sldId="259"/>
            <ac:spMk id="2" creationId="{5A600C19-3D01-2B41-222E-6470FE092CC1}"/>
          </ac:spMkLst>
        </pc:spChg>
        <pc:spChg chg="mod">
          <ac:chgData name="Chen, Mingyu" userId="21e2354b-f0cc-4e3b-b5db-56c4591c53aa" providerId="ADAL" clId="{66BEAC84-A771-42CE-A07B-92DA3EA5C0DB}" dt="2025-04-03T22:04:52.526" v="9924" actId="255"/>
          <ac:spMkLst>
            <pc:docMk/>
            <pc:sldMk cId="916298505" sldId="259"/>
            <ac:spMk id="3" creationId="{65E838D8-EF2A-DDF5-B5A5-430812079727}"/>
          </ac:spMkLst>
        </pc:spChg>
        <pc:spChg chg="add mod">
          <ac:chgData name="Chen, Mingyu" userId="21e2354b-f0cc-4e3b-b5db-56c4591c53aa" providerId="ADAL" clId="{66BEAC84-A771-42CE-A07B-92DA3EA5C0DB}" dt="2025-04-04T00:48:26.387" v="10317" actId="14100"/>
          <ac:spMkLst>
            <pc:docMk/>
            <pc:sldMk cId="916298505" sldId="259"/>
            <ac:spMk id="4" creationId="{D5C26795-7EC1-30FF-8058-0AAF0CF8C96B}"/>
          </ac:spMkLst>
        </pc:spChg>
        <pc:spChg chg="add mod">
          <ac:chgData name="Chen, Mingyu" userId="21e2354b-f0cc-4e3b-b5db-56c4591c53aa" providerId="ADAL" clId="{66BEAC84-A771-42CE-A07B-92DA3EA5C0DB}" dt="2025-04-04T09:31:14.868" v="10363" actId="1076"/>
          <ac:spMkLst>
            <pc:docMk/>
            <pc:sldMk cId="916298505" sldId="259"/>
            <ac:spMk id="6" creationId="{E694DCAD-C49D-35D0-65B3-9991EC575145}"/>
          </ac:spMkLst>
        </pc:spChg>
        <pc:spChg chg="add">
          <ac:chgData name="Chen, Mingyu" userId="21e2354b-f0cc-4e3b-b5db-56c4591c53aa" providerId="ADAL" clId="{66BEAC84-A771-42CE-A07B-92DA3EA5C0DB}" dt="2025-04-03T22:04:19.278" v="9919" actId="26606"/>
          <ac:spMkLst>
            <pc:docMk/>
            <pc:sldMk cId="916298505" sldId="259"/>
            <ac:spMk id="49" creationId="{D009D6D5-DAC2-4A8B-A17A-E206B9012D09}"/>
          </ac:spMkLst>
        </pc:spChg>
        <pc:picChg chg="add mod ord">
          <ac:chgData name="Chen, Mingyu" userId="21e2354b-f0cc-4e3b-b5db-56c4591c53aa" providerId="ADAL" clId="{66BEAC84-A771-42CE-A07B-92DA3EA5C0DB}" dt="2025-04-04T00:39:05.014" v="10285" actId="1076"/>
          <ac:picMkLst>
            <pc:docMk/>
            <pc:sldMk cId="916298505" sldId="259"/>
            <ac:picMk id="5" creationId="{BBB50C3D-B839-1526-9E1C-31B18C2D774B}"/>
          </ac:picMkLst>
        </pc:picChg>
        <pc:cxnChg chg="add">
          <ac:chgData name="Chen, Mingyu" userId="21e2354b-f0cc-4e3b-b5db-56c4591c53aa" providerId="ADAL" clId="{66BEAC84-A771-42CE-A07B-92DA3EA5C0DB}" dt="2025-04-04T09:32:38.817" v="10364" actId="11529"/>
          <ac:cxnSpMkLst>
            <pc:docMk/>
            <pc:sldMk cId="916298505" sldId="259"/>
            <ac:cxnSpMk id="9" creationId="{BE8D5572-FB85-00BB-1982-E286C50DB5DF}"/>
          </ac:cxnSpMkLst>
        </pc:cxnChg>
      </pc:sldChg>
      <pc:sldChg chg="addSp delSp modSp new del mod ord setBg modAnim delDesignElem modNotesTx">
        <pc:chgData name="Chen, Mingyu" userId="21e2354b-f0cc-4e3b-b5db-56c4591c53aa" providerId="ADAL" clId="{66BEAC84-A771-42CE-A07B-92DA3EA5C0DB}" dt="2025-04-04T05:59:04.926" v="10326" actId="2696"/>
        <pc:sldMkLst>
          <pc:docMk/>
          <pc:sldMk cId="3893941337" sldId="260"/>
        </pc:sldMkLst>
      </pc:sldChg>
      <pc:sldChg chg="addSp delSp modSp new mod ord setBg delAnim modAnim delDesignElem modNotesTx">
        <pc:chgData name="Chen, Mingyu" userId="21e2354b-f0cc-4e3b-b5db-56c4591c53aa" providerId="ADAL" clId="{66BEAC84-A771-42CE-A07B-92DA3EA5C0DB}" dt="2025-04-04T10:26:21.756" v="10369" actId="20577"/>
        <pc:sldMkLst>
          <pc:docMk/>
          <pc:sldMk cId="191716549" sldId="261"/>
        </pc:sldMkLst>
        <pc:spChg chg="mod">
          <ac:chgData name="Chen, Mingyu" userId="21e2354b-f0cc-4e3b-b5db-56c4591c53aa" providerId="ADAL" clId="{66BEAC84-A771-42CE-A07B-92DA3EA5C0DB}" dt="2025-04-03T15:37:01.207" v="9371" actId="1076"/>
          <ac:spMkLst>
            <pc:docMk/>
            <pc:sldMk cId="191716549" sldId="261"/>
            <ac:spMk id="2" creationId="{F2443E44-7C34-66AC-7C70-0F405F908AA6}"/>
          </ac:spMkLst>
        </pc:spChg>
        <pc:spChg chg="add mod">
          <ac:chgData name="Chen, Mingyu" userId="21e2354b-f0cc-4e3b-b5db-56c4591c53aa" providerId="ADAL" clId="{66BEAC84-A771-42CE-A07B-92DA3EA5C0DB}" dt="2025-04-03T14:56:47.692" v="9319" actId="14100"/>
          <ac:spMkLst>
            <pc:docMk/>
            <pc:sldMk cId="191716549" sldId="261"/>
            <ac:spMk id="3" creationId="{CD9CE702-51E1-17E5-D5C9-03D6C50625CA}"/>
          </ac:spMkLst>
        </pc:spChg>
        <pc:spChg chg="add mod">
          <ac:chgData name="Chen, Mingyu" userId="21e2354b-f0cc-4e3b-b5db-56c4591c53aa" providerId="ADAL" clId="{66BEAC84-A771-42CE-A07B-92DA3EA5C0DB}" dt="2025-04-03T15:35:43.863" v="9363" actId="27636"/>
          <ac:spMkLst>
            <pc:docMk/>
            <pc:sldMk cId="191716549" sldId="261"/>
            <ac:spMk id="13" creationId="{46E067B4-8D1B-E2F3-BB57-312F7176F1A2}"/>
          </ac:spMkLst>
        </pc:spChg>
        <pc:spChg chg="add mod">
          <ac:chgData name="Chen, Mingyu" userId="21e2354b-f0cc-4e3b-b5db-56c4591c53aa" providerId="ADAL" clId="{66BEAC84-A771-42CE-A07B-92DA3EA5C0DB}" dt="2025-04-03T18:37:38.816" v="9570" actId="12"/>
          <ac:spMkLst>
            <pc:docMk/>
            <pc:sldMk cId="191716549" sldId="261"/>
            <ac:spMk id="14" creationId="{8DFAD07E-D84D-9204-24D2-EE7D10E2B92B}"/>
          </ac:spMkLst>
        </pc:spChg>
        <pc:spChg chg="add mod">
          <ac:chgData name="Chen, Mingyu" userId="21e2354b-f0cc-4e3b-b5db-56c4591c53aa" providerId="ADAL" clId="{66BEAC84-A771-42CE-A07B-92DA3EA5C0DB}" dt="2025-04-03T18:37:27.302" v="9568" actId="12"/>
          <ac:spMkLst>
            <pc:docMk/>
            <pc:sldMk cId="191716549" sldId="261"/>
            <ac:spMk id="15" creationId="{87920D5D-3AFE-7874-7E57-0C1B136020F3}"/>
          </ac:spMkLst>
        </pc:spChg>
        <pc:picChg chg="add mod">
          <ac:chgData name="Chen, Mingyu" userId="21e2354b-f0cc-4e3b-b5db-56c4591c53aa" providerId="ADAL" clId="{66BEAC84-A771-42CE-A07B-92DA3EA5C0DB}" dt="2025-04-03T15:37:05.661" v="9372" actId="1076"/>
          <ac:picMkLst>
            <pc:docMk/>
            <pc:sldMk cId="191716549" sldId="261"/>
            <ac:picMk id="4" creationId="{FF3B541D-63C1-9E32-EB92-32222CE7B6D6}"/>
          </ac:picMkLst>
        </pc:picChg>
        <pc:picChg chg="add mod">
          <ac:chgData name="Chen, Mingyu" userId="21e2354b-f0cc-4e3b-b5db-56c4591c53aa" providerId="ADAL" clId="{66BEAC84-A771-42CE-A07B-92DA3EA5C0DB}" dt="2025-04-03T15:34:51.659" v="9358" actId="1076"/>
          <ac:picMkLst>
            <pc:docMk/>
            <pc:sldMk cId="191716549" sldId="261"/>
            <ac:picMk id="7" creationId="{D8E4E610-CD28-54D3-6585-5B313455C7EE}"/>
          </ac:picMkLst>
        </pc:picChg>
        <pc:picChg chg="add mod">
          <ac:chgData name="Chen, Mingyu" userId="21e2354b-f0cc-4e3b-b5db-56c4591c53aa" providerId="ADAL" clId="{66BEAC84-A771-42CE-A07B-92DA3EA5C0DB}" dt="2025-04-03T15:34:50.448" v="9357" actId="1076"/>
          <ac:picMkLst>
            <pc:docMk/>
            <pc:sldMk cId="191716549" sldId="261"/>
            <ac:picMk id="8" creationId="{0714C59C-6612-11B6-8049-8C0EAA88AA53}"/>
          </ac:picMkLst>
        </pc:picChg>
      </pc:sldChg>
      <pc:sldChg chg="addSp modSp new del mod setBg">
        <pc:chgData name="Chen, Mingyu" userId="21e2354b-f0cc-4e3b-b5db-56c4591c53aa" providerId="ADAL" clId="{66BEAC84-A771-42CE-A07B-92DA3EA5C0DB}" dt="2025-04-03T14:03:52.148" v="9282" actId="2696"/>
        <pc:sldMkLst>
          <pc:docMk/>
          <pc:sldMk cId="2442574443" sldId="262"/>
        </pc:sldMkLst>
      </pc:sldChg>
      <pc:sldChg chg="addSp modSp new del mod ord modAnim modNotesTx">
        <pc:chgData name="Chen, Mingyu" userId="21e2354b-f0cc-4e3b-b5db-56c4591c53aa" providerId="ADAL" clId="{66BEAC84-A771-42CE-A07B-92DA3EA5C0DB}" dt="2025-04-04T06:23:58.486" v="10329" actId="2696"/>
        <pc:sldMkLst>
          <pc:docMk/>
          <pc:sldMk cId="3505756226" sldId="263"/>
        </pc:sldMkLst>
      </pc:sldChg>
      <pc:sldChg chg="addSp delSp modSp new mod ord setBg modAnim modNotesTx">
        <pc:chgData name="Chen, Mingyu" userId="21e2354b-f0cc-4e3b-b5db-56c4591c53aa" providerId="ADAL" clId="{66BEAC84-A771-42CE-A07B-92DA3EA5C0DB}" dt="2025-04-04T10:09:43.897" v="10367" actId="20577"/>
        <pc:sldMkLst>
          <pc:docMk/>
          <pc:sldMk cId="3685955799" sldId="264"/>
        </pc:sldMkLst>
        <pc:spChg chg="mod">
          <ac:chgData name="Chen, Mingyu" userId="21e2354b-f0cc-4e3b-b5db-56c4591c53aa" providerId="ADAL" clId="{66BEAC84-A771-42CE-A07B-92DA3EA5C0DB}" dt="2025-04-03T16:09:30.645" v="9407" actId="26606"/>
          <ac:spMkLst>
            <pc:docMk/>
            <pc:sldMk cId="3685955799" sldId="264"/>
            <ac:spMk id="2" creationId="{60AB6F54-14CC-AE6A-687E-B666DAF78241}"/>
          </ac:spMkLst>
        </pc:spChg>
        <pc:spChg chg="add mod">
          <ac:chgData name="Chen, Mingyu" userId="21e2354b-f0cc-4e3b-b5db-56c4591c53aa" providerId="ADAL" clId="{66BEAC84-A771-42CE-A07B-92DA3EA5C0DB}" dt="2025-04-03T16:09:30.645" v="9407" actId="26606"/>
          <ac:spMkLst>
            <pc:docMk/>
            <pc:sldMk cId="3685955799" sldId="264"/>
            <ac:spMk id="5" creationId="{86823E8B-99CC-702D-4119-E3D5C591E669}"/>
          </ac:spMkLst>
        </pc:spChg>
        <pc:spChg chg="add">
          <ac:chgData name="Chen, Mingyu" userId="21e2354b-f0cc-4e3b-b5db-56c4591c53aa" providerId="ADAL" clId="{66BEAC84-A771-42CE-A07B-92DA3EA5C0DB}" dt="2025-04-03T16:09:30.645" v="9407" actId="26606"/>
          <ac:spMkLst>
            <pc:docMk/>
            <pc:sldMk cId="3685955799" sldId="264"/>
            <ac:spMk id="20" creationId="{B3684CCF-CEBB-4D8E-A366-95E43D4C790B}"/>
          </ac:spMkLst>
        </pc:spChg>
        <pc:spChg chg="add">
          <ac:chgData name="Chen, Mingyu" userId="21e2354b-f0cc-4e3b-b5db-56c4591c53aa" providerId="ADAL" clId="{66BEAC84-A771-42CE-A07B-92DA3EA5C0DB}" dt="2025-04-03T16:09:30.645" v="9407" actId="26606"/>
          <ac:spMkLst>
            <pc:docMk/>
            <pc:sldMk cId="3685955799" sldId="264"/>
            <ac:spMk id="22" creationId="{70BEB1E7-2F88-40BC-B73D-42E5B6F80BFC}"/>
          </ac:spMkLst>
        </pc:spChg>
        <pc:picChg chg="add mod ord">
          <ac:chgData name="Chen, Mingyu" userId="21e2354b-f0cc-4e3b-b5db-56c4591c53aa" providerId="ADAL" clId="{66BEAC84-A771-42CE-A07B-92DA3EA5C0DB}" dt="2025-04-03T16:09:30.645" v="9407" actId="26606"/>
          <ac:picMkLst>
            <pc:docMk/>
            <pc:sldMk cId="3685955799" sldId="264"/>
            <ac:picMk id="3" creationId="{B87A32DE-0EF0-87EE-11F5-2D18311D3A4B}"/>
          </ac:picMkLst>
        </pc:picChg>
        <pc:picChg chg="add mod">
          <ac:chgData name="Chen, Mingyu" userId="21e2354b-f0cc-4e3b-b5db-56c4591c53aa" providerId="ADAL" clId="{66BEAC84-A771-42CE-A07B-92DA3EA5C0DB}" dt="2025-04-03T16:09:30.645" v="9407" actId="26606"/>
          <ac:picMkLst>
            <pc:docMk/>
            <pc:sldMk cId="3685955799" sldId="264"/>
            <ac:picMk id="4" creationId="{F8C9CBFA-4CB5-6CEF-6294-2BDFB45DF9E4}"/>
          </ac:picMkLst>
        </pc:picChg>
        <pc:picChg chg="add mod ord">
          <ac:chgData name="Chen, Mingyu" userId="21e2354b-f0cc-4e3b-b5db-56c4591c53aa" providerId="ADAL" clId="{66BEAC84-A771-42CE-A07B-92DA3EA5C0DB}" dt="2025-04-03T16:09:30.645" v="9407" actId="26606"/>
          <ac:picMkLst>
            <pc:docMk/>
            <pc:sldMk cId="3685955799" sldId="264"/>
            <ac:picMk id="6" creationId="{5499E76B-B2C6-8E5C-1637-6AFE4F490371}"/>
          </ac:picMkLst>
        </pc:picChg>
      </pc:sldChg>
      <pc:sldChg chg="addSp delSp modSp new mod ord setBg modAnim modNotesTx">
        <pc:chgData name="Chen, Mingyu" userId="21e2354b-f0cc-4e3b-b5db-56c4591c53aa" providerId="ADAL" clId="{66BEAC84-A771-42CE-A07B-92DA3EA5C0DB}" dt="2025-04-04T00:28:02.053" v="10230"/>
        <pc:sldMkLst>
          <pc:docMk/>
          <pc:sldMk cId="754677274" sldId="265"/>
        </pc:sldMkLst>
        <pc:spChg chg="mod">
          <ac:chgData name="Chen, Mingyu" userId="21e2354b-f0cc-4e3b-b5db-56c4591c53aa" providerId="ADAL" clId="{66BEAC84-A771-42CE-A07B-92DA3EA5C0DB}" dt="2025-03-31T16:49:40.196" v="5594" actId="20577"/>
          <ac:spMkLst>
            <pc:docMk/>
            <pc:sldMk cId="754677274" sldId="265"/>
            <ac:spMk id="2" creationId="{5D4BD681-F8E2-F78A-20B9-07E4F8748ADC}"/>
          </ac:spMkLst>
        </pc:spChg>
        <pc:spChg chg="add mod">
          <ac:chgData name="Chen, Mingyu" userId="21e2354b-f0cc-4e3b-b5db-56c4591c53aa" providerId="ADAL" clId="{66BEAC84-A771-42CE-A07B-92DA3EA5C0DB}" dt="2025-04-04T00:17:22.039" v="10185" actId="5793"/>
          <ac:spMkLst>
            <pc:docMk/>
            <pc:sldMk cId="754677274" sldId="265"/>
            <ac:spMk id="6" creationId="{BA7AC544-2DA9-F9B2-1B76-DAA334F36D09}"/>
          </ac:spMkLst>
        </pc:spChg>
        <pc:picChg chg="add mod ord">
          <ac:chgData name="Chen, Mingyu" userId="21e2354b-f0cc-4e3b-b5db-56c4591c53aa" providerId="ADAL" clId="{66BEAC84-A771-42CE-A07B-92DA3EA5C0DB}" dt="2025-03-31T01:08:25.401" v="4432" actId="1076"/>
          <ac:picMkLst>
            <pc:docMk/>
            <pc:sldMk cId="754677274" sldId="265"/>
            <ac:picMk id="5" creationId="{48D65B48-6157-3EE2-65A8-4D72F88030CD}"/>
          </ac:picMkLst>
        </pc:picChg>
      </pc:sldChg>
      <pc:sldChg chg="addSp delSp modSp new mod setBg addAnim delAnim setClrOvrMap delDesignElem modNotesTx">
        <pc:chgData name="Chen, Mingyu" userId="21e2354b-f0cc-4e3b-b5db-56c4591c53aa" providerId="ADAL" clId="{66BEAC84-A771-42CE-A07B-92DA3EA5C0DB}" dt="2025-04-09T05:31:19.011" v="10493" actId="20577"/>
        <pc:sldMkLst>
          <pc:docMk/>
          <pc:sldMk cId="3166257598" sldId="266"/>
        </pc:sldMkLst>
        <pc:spChg chg="mod">
          <ac:chgData name="Chen, Mingyu" userId="21e2354b-f0cc-4e3b-b5db-56c4591c53aa" providerId="ADAL" clId="{66BEAC84-A771-42CE-A07B-92DA3EA5C0DB}" dt="2025-04-03T14:48:41.129" v="9316" actId="26606"/>
          <ac:spMkLst>
            <pc:docMk/>
            <pc:sldMk cId="3166257598" sldId="266"/>
            <ac:spMk id="2" creationId="{6CD8B2A8-FAEE-EB2B-4B20-C10B43BB8BB2}"/>
          </ac:spMkLst>
        </pc:spChg>
        <pc:spChg chg="mod ord">
          <ac:chgData name="Chen, Mingyu" userId="21e2354b-f0cc-4e3b-b5db-56c4591c53aa" providerId="ADAL" clId="{66BEAC84-A771-42CE-A07B-92DA3EA5C0DB}" dt="2025-04-03T14:48:41.129" v="9316" actId="26606"/>
          <ac:spMkLst>
            <pc:docMk/>
            <pc:sldMk cId="3166257598" sldId="266"/>
            <ac:spMk id="3" creationId="{D9609865-7F32-2904-11A6-A9EBB9C4AC9B}"/>
          </ac:spMkLst>
        </pc:spChg>
        <pc:spChg chg="add">
          <ac:chgData name="Chen, Mingyu" userId="21e2354b-f0cc-4e3b-b5db-56c4591c53aa" providerId="ADAL" clId="{66BEAC84-A771-42CE-A07B-92DA3EA5C0DB}" dt="2025-04-03T14:48:41.129" v="9316" actId="26606"/>
          <ac:spMkLst>
            <pc:docMk/>
            <pc:sldMk cId="3166257598" sldId="266"/>
            <ac:spMk id="12" creationId="{B1595A09-E336-4D1B-9B3A-06A2287A54E2}"/>
          </ac:spMkLst>
        </pc:spChg>
        <pc:spChg chg="add">
          <ac:chgData name="Chen, Mingyu" userId="21e2354b-f0cc-4e3b-b5db-56c4591c53aa" providerId="ADAL" clId="{66BEAC84-A771-42CE-A07B-92DA3EA5C0DB}" dt="2025-04-03T14:48:41.129" v="9316" actId="26606"/>
          <ac:spMkLst>
            <pc:docMk/>
            <pc:sldMk cId="3166257598" sldId="266"/>
            <ac:spMk id="14" creationId="{3540989C-C7B8-473B-BF87-6F2DA6A90006}"/>
          </ac:spMkLst>
        </pc:spChg>
        <pc:picChg chg="add mod ord">
          <ac:chgData name="Chen, Mingyu" userId="21e2354b-f0cc-4e3b-b5db-56c4591c53aa" providerId="ADAL" clId="{66BEAC84-A771-42CE-A07B-92DA3EA5C0DB}" dt="2025-04-03T14:48:41.129" v="9316" actId="26606"/>
          <ac:picMkLst>
            <pc:docMk/>
            <pc:sldMk cId="3166257598" sldId="266"/>
            <ac:picMk id="7" creationId="{D15BEEEC-7AC1-D33B-21E8-11C95E7310E7}"/>
          </ac:picMkLst>
        </pc:picChg>
      </pc:sldChg>
      <pc:sldChg chg="new del">
        <pc:chgData name="Chen, Mingyu" userId="21e2354b-f0cc-4e3b-b5db-56c4591c53aa" providerId="ADAL" clId="{66BEAC84-A771-42CE-A07B-92DA3EA5C0DB}" dt="2025-03-29T06:09:06.111" v="131" actId="2696"/>
        <pc:sldMkLst>
          <pc:docMk/>
          <pc:sldMk cId="2457238632" sldId="267"/>
        </pc:sldMkLst>
      </pc:sldChg>
      <pc:sldChg chg="addSp delSp modSp new mod setBg delDesignElem modNotesTx">
        <pc:chgData name="Chen, Mingyu" userId="21e2354b-f0cc-4e3b-b5db-56c4591c53aa" providerId="ADAL" clId="{66BEAC84-A771-42CE-A07B-92DA3EA5C0DB}" dt="2025-03-30T18:57:56.960" v="3603"/>
        <pc:sldMkLst>
          <pc:docMk/>
          <pc:sldMk cId="2859575228" sldId="268"/>
        </pc:sldMkLst>
        <pc:picChg chg="add mod">
          <ac:chgData name="Chen, Mingyu" userId="21e2354b-f0cc-4e3b-b5db-56c4591c53aa" providerId="ADAL" clId="{66BEAC84-A771-42CE-A07B-92DA3EA5C0DB}" dt="2025-03-30T06:37:13.795" v="3527" actId="26606"/>
          <ac:picMkLst>
            <pc:docMk/>
            <pc:sldMk cId="2859575228" sldId="268"/>
            <ac:picMk id="4" creationId="{FCCD1355-9D6D-5965-6A0F-F38ACA08AAFE}"/>
          </ac:picMkLst>
        </pc:picChg>
      </pc:sldChg>
      <pc:sldChg chg="addSp delSp modSp new del mod setBg modNotesTx">
        <pc:chgData name="Chen, Mingyu" userId="21e2354b-f0cc-4e3b-b5db-56c4591c53aa" providerId="ADAL" clId="{66BEAC84-A771-42CE-A07B-92DA3EA5C0DB}" dt="2025-03-30T04:32:27.354" v="2608" actId="2696"/>
        <pc:sldMkLst>
          <pc:docMk/>
          <pc:sldMk cId="127203570" sldId="269"/>
        </pc:sldMkLst>
      </pc:sldChg>
      <pc:sldChg chg="addSp modSp new mod modNotesTx">
        <pc:chgData name="Chen, Mingyu" userId="21e2354b-f0cc-4e3b-b5db-56c4591c53aa" providerId="ADAL" clId="{66BEAC84-A771-42CE-A07B-92DA3EA5C0DB}" dt="2025-04-03T23:43:47.620" v="10179" actId="1076"/>
        <pc:sldMkLst>
          <pc:docMk/>
          <pc:sldMk cId="352325265" sldId="270"/>
        </pc:sldMkLst>
        <pc:spChg chg="add mod">
          <ac:chgData name="Chen, Mingyu" userId="21e2354b-f0cc-4e3b-b5db-56c4591c53aa" providerId="ADAL" clId="{66BEAC84-A771-42CE-A07B-92DA3EA5C0DB}" dt="2025-04-03T23:43:35.076" v="10177" actId="208"/>
          <ac:spMkLst>
            <pc:docMk/>
            <pc:sldMk cId="352325265" sldId="270"/>
            <ac:spMk id="2" creationId="{798C97B3-DB0F-71B6-F1CE-B0BABA59CA55}"/>
          </ac:spMkLst>
        </pc:spChg>
        <pc:picChg chg="add mod">
          <ac:chgData name="Chen, Mingyu" userId="21e2354b-f0cc-4e3b-b5db-56c4591c53aa" providerId="ADAL" clId="{66BEAC84-A771-42CE-A07B-92DA3EA5C0DB}" dt="2025-04-03T23:43:47.620" v="10179" actId="1076"/>
          <ac:picMkLst>
            <pc:docMk/>
            <pc:sldMk cId="352325265" sldId="270"/>
            <ac:picMk id="3" creationId="{3DCB4AB5-65B1-6D9D-1830-9CDD4FA665A7}"/>
          </ac:picMkLst>
        </pc:picChg>
      </pc:sldChg>
      <pc:sldChg chg="addSp delSp modSp new mod setBg modAnim delDesignElem modNotesTx">
        <pc:chgData name="Chen, Mingyu" userId="21e2354b-f0cc-4e3b-b5db-56c4591c53aa" providerId="ADAL" clId="{66BEAC84-A771-42CE-A07B-92DA3EA5C0DB}" dt="2025-04-04T08:59:05.753" v="10359" actId="20577"/>
        <pc:sldMkLst>
          <pc:docMk/>
          <pc:sldMk cId="2509620280" sldId="271"/>
        </pc:sldMkLst>
        <pc:spChg chg="add mod">
          <ac:chgData name="Chen, Mingyu" userId="21e2354b-f0cc-4e3b-b5db-56c4591c53aa" providerId="ADAL" clId="{66BEAC84-A771-42CE-A07B-92DA3EA5C0DB}" dt="2025-04-04T00:26:19.312" v="10218" actId="20577"/>
          <ac:spMkLst>
            <pc:docMk/>
            <pc:sldMk cId="2509620280" sldId="271"/>
            <ac:spMk id="6" creationId="{182CED9A-B8E8-ADD3-CBDE-DCFC79BB3F57}"/>
          </ac:spMkLst>
        </pc:spChg>
        <pc:spChg chg="add mod">
          <ac:chgData name="Chen, Mingyu" userId="21e2354b-f0cc-4e3b-b5db-56c4591c53aa" providerId="ADAL" clId="{66BEAC84-A771-42CE-A07B-92DA3EA5C0DB}" dt="2025-04-04T00:27:21.932" v="10226" actId="20577"/>
          <ac:spMkLst>
            <pc:docMk/>
            <pc:sldMk cId="2509620280" sldId="271"/>
            <ac:spMk id="9" creationId="{F03E5D0B-DEC7-FC9A-80A7-AE28099CF2FD}"/>
          </ac:spMkLst>
        </pc:spChg>
        <pc:spChg chg="add">
          <ac:chgData name="Chen, Mingyu" userId="21e2354b-f0cc-4e3b-b5db-56c4591c53aa" providerId="ADAL" clId="{66BEAC84-A771-42CE-A07B-92DA3EA5C0DB}" dt="2025-04-03T14:55:23.432" v="9317" actId="26606"/>
          <ac:spMkLst>
            <pc:docMk/>
            <pc:sldMk cId="2509620280" sldId="271"/>
            <ac:spMk id="14" creationId="{0B9EE3F3-89B7-43C3-8651-C4C96830993D}"/>
          </ac:spMkLst>
        </pc:spChg>
        <pc:spChg chg="add">
          <ac:chgData name="Chen, Mingyu" userId="21e2354b-f0cc-4e3b-b5db-56c4591c53aa" providerId="ADAL" clId="{66BEAC84-A771-42CE-A07B-92DA3EA5C0DB}" dt="2025-04-03T14:55:23.432" v="9317" actId="26606"/>
          <ac:spMkLst>
            <pc:docMk/>
            <pc:sldMk cId="2509620280" sldId="271"/>
            <ac:spMk id="16" creationId="{33AE4636-AEEC-45D6-84D4-7AC2DA48ECF8}"/>
          </ac:spMkLst>
        </pc:spChg>
        <pc:spChg chg="add">
          <ac:chgData name="Chen, Mingyu" userId="21e2354b-f0cc-4e3b-b5db-56c4591c53aa" providerId="ADAL" clId="{66BEAC84-A771-42CE-A07B-92DA3EA5C0DB}" dt="2025-04-03T14:55:23.432" v="9317" actId="26606"/>
          <ac:spMkLst>
            <pc:docMk/>
            <pc:sldMk cId="2509620280" sldId="271"/>
            <ac:spMk id="18" creationId="{8D9CE0F4-2EB2-4F1F-8AAC-DB3571D9FE10}"/>
          </ac:spMkLst>
        </pc:spChg>
        <pc:picChg chg="add mod ord">
          <ac:chgData name="Chen, Mingyu" userId="21e2354b-f0cc-4e3b-b5db-56c4591c53aa" providerId="ADAL" clId="{66BEAC84-A771-42CE-A07B-92DA3EA5C0DB}" dt="2025-04-03T14:55:23.432" v="9317" actId="26606"/>
          <ac:picMkLst>
            <pc:docMk/>
            <pc:sldMk cId="2509620280" sldId="271"/>
            <ac:picMk id="5" creationId="{AF3F363C-6FDF-64B5-4D95-09071524DF96}"/>
          </ac:picMkLst>
        </pc:picChg>
      </pc:sldChg>
      <pc:sldChg chg="new del">
        <pc:chgData name="Chen, Mingyu" userId="21e2354b-f0cc-4e3b-b5db-56c4591c53aa" providerId="ADAL" clId="{66BEAC84-A771-42CE-A07B-92DA3EA5C0DB}" dt="2025-03-30T19:55:16.493" v="4167" actId="2696"/>
        <pc:sldMkLst>
          <pc:docMk/>
          <pc:sldMk cId="4188173712" sldId="271"/>
        </pc:sldMkLst>
      </pc:sldChg>
      <pc:sldChg chg="addSp modSp new mod setBg">
        <pc:chgData name="Chen, Mingyu" userId="21e2354b-f0cc-4e3b-b5db-56c4591c53aa" providerId="ADAL" clId="{66BEAC84-A771-42CE-A07B-92DA3EA5C0DB}" dt="2025-04-03T20:36:53.773" v="9675" actId="26606"/>
        <pc:sldMkLst>
          <pc:docMk/>
          <pc:sldMk cId="3542130221" sldId="272"/>
        </pc:sldMkLst>
        <pc:spChg chg="mod">
          <ac:chgData name="Chen, Mingyu" userId="21e2354b-f0cc-4e3b-b5db-56c4591c53aa" providerId="ADAL" clId="{66BEAC84-A771-42CE-A07B-92DA3EA5C0DB}" dt="2025-04-03T20:36:53.773" v="9675" actId="26606"/>
          <ac:spMkLst>
            <pc:docMk/>
            <pc:sldMk cId="3542130221" sldId="272"/>
            <ac:spMk id="2" creationId="{920E3F56-BFCA-F67A-AAC6-4185EC69D64A}"/>
          </ac:spMkLst>
        </pc:spChg>
        <pc:spChg chg="add mod">
          <ac:chgData name="Chen, Mingyu" userId="21e2354b-f0cc-4e3b-b5db-56c4591c53aa" providerId="ADAL" clId="{66BEAC84-A771-42CE-A07B-92DA3EA5C0DB}" dt="2025-04-03T20:36:53.773" v="9675" actId="26606"/>
          <ac:spMkLst>
            <pc:docMk/>
            <pc:sldMk cId="3542130221" sldId="272"/>
            <ac:spMk id="3" creationId="{05C1E55C-F321-3E68-9790-DAE7D996EDF5}"/>
          </ac:spMkLst>
        </pc:spChg>
        <pc:spChg chg="add">
          <ac:chgData name="Chen, Mingyu" userId="21e2354b-f0cc-4e3b-b5db-56c4591c53aa" providerId="ADAL" clId="{66BEAC84-A771-42CE-A07B-92DA3EA5C0DB}" dt="2025-04-03T20:36:53.773" v="9675" actId="26606"/>
          <ac:spMkLst>
            <pc:docMk/>
            <pc:sldMk cId="3542130221" sldId="272"/>
            <ac:spMk id="9" creationId="{8FC9BE17-9A7B-462D-AE50-3D8777387304}"/>
          </ac:spMkLst>
        </pc:spChg>
        <pc:spChg chg="add">
          <ac:chgData name="Chen, Mingyu" userId="21e2354b-f0cc-4e3b-b5db-56c4591c53aa" providerId="ADAL" clId="{66BEAC84-A771-42CE-A07B-92DA3EA5C0DB}" dt="2025-04-03T20:36:53.773" v="9675" actId="26606"/>
          <ac:spMkLst>
            <pc:docMk/>
            <pc:sldMk cId="3542130221" sldId="272"/>
            <ac:spMk id="11" creationId="{3EBE8569-6AEC-4B8C-8D53-2DE337CDBA65}"/>
          </ac:spMkLst>
        </pc:spChg>
        <pc:spChg chg="add">
          <ac:chgData name="Chen, Mingyu" userId="21e2354b-f0cc-4e3b-b5db-56c4591c53aa" providerId="ADAL" clId="{66BEAC84-A771-42CE-A07B-92DA3EA5C0DB}" dt="2025-04-03T20:36:53.773" v="9675" actId="26606"/>
          <ac:spMkLst>
            <pc:docMk/>
            <pc:sldMk cId="3542130221" sldId="272"/>
            <ac:spMk id="13" creationId="{55D4142C-5077-457F-A6AD-3FECFDB39685}"/>
          </ac:spMkLst>
        </pc:spChg>
        <pc:spChg chg="add">
          <ac:chgData name="Chen, Mingyu" userId="21e2354b-f0cc-4e3b-b5db-56c4591c53aa" providerId="ADAL" clId="{66BEAC84-A771-42CE-A07B-92DA3EA5C0DB}" dt="2025-04-03T20:36:53.773" v="9675" actId="26606"/>
          <ac:spMkLst>
            <pc:docMk/>
            <pc:sldMk cId="3542130221" sldId="272"/>
            <ac:spMk id="15" creationId="{7A5F0580-5EE9-419F-96EE-B6529EF6E7D0}"/>
          </ac:spMkLst>
        </pc:spChg>
        <pc:picChg chg="add mod ord">
          <ac:chgData name="Chen, Mingyu" userId="21e2354b-f0cc-4e3b-b5db-56c4591c53aa" providerId="ADAL" clId="{66BEAC84-A771-42CE-A07B-92DA3EA5C0DB}" dt="2025-04-03T20:36:53.773" v="9675" actId="26606"/>
          <ac:picMkLst>
            <pc:docMk/>
            <pc:sldMk cId="3542130221" sldId="272"/>
            <ac:picMk id="4" creationId="{60E5BF51-7977-3035-C151-DE21967ABA5D}"/>
          </ac:picMkLst>
        </pc:picChg>
      </pc:sldChg>
      <pc:sldChg chg="addSp delSp modSp new mod setBg addAnim modAnim">
        <pc:chgData name="Chen, Mingyu" userId="21e2354b-f0cc-4e3b-b5db-56c4591c53aa" providerId="ADAL" clId="{66BEAC84-A771-42CE-A07B-92DA3EA5C0DB}" dt="2025-04-04T00:29:46.023" v="10249"/>
        <pc:sldMkLst>
          <pc:docMk/>
          <pc:sldMk cId="216774404" sldId="273"/>
        </pc:sldMkLst>
        <pc:spChg chg="mod">
          <ac:chgData name="Chen, Mingyu" userId="21e2354b-f0cc-4e3b-b5db-56c4591c53aa" providerId="ADAL" clId="{66BEAC84-A771-42CE-A07B-92DA3EA5C0DB}" dt="2025-04-03T23:28:29.609" v="10172" actId="20577"/>
          <ac:spMkLst>
            <pc:docMk/>
            <pc:sldMk cId="216774404" sldId="273"/>
            <ac:spMk id="2" creationId="{70FC2758-F62F-0F4C-B27D-272179BCF77C}"/>
          </ac:spMkLst>
        </pc:spChg>
        <pc:spChg chg="add mod">
          <ac:chgData name="Chen, Mingyu" userId="21e2354b-f0cc-4e3b-b5db-56c4591c53aa" providerId="ADAL" clId="{66BEAC84-A771-42CE-A07B-92DA3EA5C0DB}" dt="2025-04-03T23:28:39.656" v="10173" actId="255"/>
          <ac:spMkLst>
            <pc:docMk/>
            <pc:sldMk cId="216774404" sldId="273"/>
            <ac:spMk id="3" creationId="{08D455CC-E0AD-B6D6-89ED-63EE22B39AA7}"/>
          </ac:spMkLst>
        </pc:spChg>
        <pc:spChg chg="add">
          <ac:chgData name="Chen, Mingyu" userId="21e2354b-f0cc-4e3b-b5db-56c4591c53aa" providerId="ADAL" clId="{66BEAC84-A771-42CE-A07B-92DA3EA5C0DB}" dt="2025-04-03T23:27:27.768" v="10156" actId="26606"/>
          <ac:spMkLst>
            <pc:docMk/>
            <pc:sldMk cId="216774404" sldId="273"/>
            <ac:spMk id="19" creationId="{E91DC736-0EF8-4F87-9146-EBF1D2EE4D3D}"/>
          </ac:spMkLst>
        </pc:spChg>
        <pc:spChg chg="add">
          <ac:chgData name="Chen, Mingyu" userId="21e2354b-f0cc-4e3b-b5db-56c4591c53aa" providerId="ADAL" clId="{66BEAC84-A771-42CE-A07B-92DA3EA5C0DB}" dt="2025-04-03T23:27:27.768" v="10156" actId="26606"/>
          <ac:spMkLst>
            <pc:docMk/>
            <pc:sldMk cId="216774404" sldId="273"/>
            <ac:spMk id="21" creationId="{097CD68E-23E3-4007-8847-CD0944C4F7BE}"/>
          </ac:spMkLst>
        </pc:spChg>
        <pc:spChg chg="add">
          <ac:chgData name="Chen, Mingyu" userId="21e2354b-f0cc-4e3b-b5db-56c4591c53aa" providerId="ADAL" clId="{66BEAC84-A771-42CE-A07B-92DA3EA5C0DB}" dt="2025-04-03T23:27:27.768" v="10156" actId="26606"/>
          <ac:spMkLst>
            <pc:docMk/>
            <pc:sldMk cId="216774404" sldId="273"/>
            <ac:spMk id="23" creationId="{AF2F604E-43BE-4DC3-B983-E071523364F8}"/>
          </ac:spMkLst>
        </pc:spChg>
        <pc:spChg chg="add">
          <ac:chgData name="Chen, Mingyu" userId="21e2354b-f0cc-4e3b-b5db-56c4591c53aa" providerId="ADAL" clId="{66BEAC84-A771-42CE-A07B-92DA3EA5C0DB}" dt="2025-04-03T23:27:27.768" v="10156" actId="26606"/>
          <ac:spMkLst>
            <pc:docMk/>
            <pc:sldMk cId="216774404" sldId="273"/>
            <ac:spMk id="25" creationId="{08C9B587-E65E-4B52-B37C-ABEBB6E87928}"/>
          </ac:spMkLst>
        </pc:spChg>
      </pc:sldChg>
      <pc:sldChg chg="new del">
        <pc:chgData name="Chen, Mingyu" userId="21e2354b-f0cc-4e3b-b5db-56c4591c53aa" providerId="ADAL" clId="{66BEAC84-A771-42CE-A07B-92DA3EA5C0DB}" dt="2025-04-03T14:47:33.579" v="9309" actId="2696"/>
        <pc:sldMkLst>
          <pc:docMk/>
          <pc:sldMk cId="974611726" sldId="274"/>
        </pc:sldMkLst>
      </pc:sldChg>
      <pc:sldChg chg="new del">
        <pc:chgData name="Chen, Mingyu" userId="21e2354b-f0cc-4e3b-b5db-56c4591c53aa" providerId="ADAL" clId="{66BEAC84-A771-42CE-A07B-92DA3EA5C0DB}" dt="2025-04-03T04:39:50.224" v="9281" actId="2696"/>
        <pc:sldMkLst>
          <pc:docMk/>
          <pc:sldMk cId="1024566748" sldId="274"/>
        </pc:sldMkLst>
      </pc:sldChg>
      <pc:sldChg chg="new del">
        <pc:chgData name="Chen, Mingyu" userId="21e2354b-f0cc-4e3b-b5db-56c4591c53aa" providerId="ADAL" clId="{66BEAC84-A771-42CE-A07B-92DA3EA5C0DB}" dt="2025-04-03T14:47:42.289" v="9311" actId="2696"/>
        <pc:sldMkLst>
          <pc:docMk/>
          <pc:sldMk cId="1265721980" sldId="274"/>
        </pc:sldMkLst>
      </pc:sldChg>
      <pc:sldChg chg="addSp delSp modSp new mod setBg modNotesTx">
        <pc:chgData name="Chen, Mingyu" userId="21e2354b-f0cc-4e3b-b5db-56c4591c53aa" providerId="ADAL" clId="{66BEAC84-A771-42CE-A07B-92DA3EA5C0DB}" dt="2025-04-09T05:28:54.858" v="10420" actId="20577"/>
        <pc:sldMkLst>
          <pc:docMk/>
          <pc:sldMk cId="2869382448" sldId="274"/>
        </pc:sldMkLst>
        <pc:spChg chg="add">
          <ac:chgData name="Chen, Mingyu" userId="21e2354b-f0cc-4e3b-b5db-56c4591c53aa" providerId="ADAL" clId="{66BEAC84-A771-42CE-A07B-92DA3EA5C0DB}" dt="2025-04-03T23:30:50.456" v="10174" actId="26606"/>
          <ac:spMkLst>
            <pc:docMk/>
            <pc:sldMk cId="2869382448" sldId="274"/>
            <ac:spMk id="12" creationId="{42A4FC2C-047E-45A5-965D-8E1E3BF09BC6}"/>
          </ac:spMkLst>
        </pc:spChg>
        <pc:picChg chg="add mod">
          <ac:chgData name="Chen, Mingyu" userId="21e2354b-f0cc-4e3b-b5db-56c4591c53aa" providerId="ADAL" clId="{66BEAC84-A771-42CE-A07B-92DA3EA5C0DB}" dt="2025-04-03T14:47:59.991" v="9315" actId="26606"/>
          <ac:picMkLst>
            <pc:docMk/>
            <pc:sldMk cId="2869382448" sldId="274"/>
            <ac:picMk id="2" creationId="{873AEDFB-AEC8-AC4F-BBF4-5CAD5DCBEF78}"/>
          </ac:picMkLst>
        </pc:picChg>
      </pc:sldChg>
      <pc:sldChg chg="addSp modSp new mod modNotesTx">
        <pc:chgData name="Chen, Mingyu" userId="21e2354b-f0cc-4e3b-b5db-56c4591c53aa" providerId="ADAL" clId="{66BEAC84-A771-42CE-A07B-92DA3EA5C0DB}" dt="2025-04-04T06:27:23.508" v="10352" actId="20577"/>
        <pc:sldMkLst>
          <pc:docMk/>
          <pc:sldMk cId="3491666466" sldId="275"/>
        </pc:sldMkLst>
        <pc:spChg chg="mod">
          <ac:chgData name="Chen, Mingyu" userId="21e2354b-f0cc-4e3b-b5db-56c4591c53aa" providerId="ADAL" clId="{66BEAC84-A771-42CE-A07B-92DA3EA5C0DB}" dt="2025-04-03T22:06:18.513" v="9938" actId="20577"/>
          <ac:spMkLst>
            <pc:docMk/>
            <pc:sldMk cId="3491666466" sldId="275"/>
            <ac:spMk id="2" creationId="{F73FD1CD-791C-C597-AAF4-50F13FA22289}"/>
          </ac:spMkLst>
        </pc:spChg>
        <pc:spChg chg="mod">
          <ac:chgData name="Chen, Mingyu" userId="21e2354b-f0cc-4e3b-b5db-56c4591c53aa" providerId="ADAL" clId="{66BEAC84-A771-42CE-A07B-92DA3EA5C0DB}" dt="2025-04-03T22:06:33.639" v="9939" actId="20577"/>
          <ac:spMkLst>
            <pc:docMk/>
            <pc:sldMk cId="3491666466" sldId="275"/>
            <ac:spMk id="3" creationId="{8A4AB9F9-B825-F36B-CC39-5A711C209A41}"/>
          </ac:spMkLst>
        </pc:spChg>
        <pc:picChg chg="add mod">
          <ac:chgData name="Chen, Mingyu" userId="21e2354b-f0cc-4e3b-b5db-56c4591c53aa" providerId="ADAL" clId="{66BEAC84-A771-42CE-A07B-92DA3EA5C0DB}" dt="2025-04-03T22:07:36.602" v="9943" actId="1076"/>
          <ac:picMkLst>
            <pc:docMk/>
            <pc:sldMk cId="3491666466" sldId="275"/>
            <ac:picMk id="5" creationId="{64FE8046-D020-8A1A-F594-7E15E51979A9}"/>
          </ac:picMkLst>
        </pc:picChg>
      </pc:sldChg>
      <pc:sldChg chg="addSp delSp modSp new del mod modAnim modNotesTx">
        <pc:chgData name="Chen, Mingyu" userId="21e2354b-f0cc-4e3b-b5db-56c4591c53aa" providerId="ADAL" clId="{66BEAC84-A771-42CE-A07B-92DA3EA5C0DB}" dt="2025-04-04T05:44:14.248" v="10323" actId="2696"/>
        <pc:sldMkLst>
          <pc:docMk/>
          <pc:sldMk cId="1398405363" sldId="276"/>
        </pc:sldMkLst>
      </pc:sldChg>
      <pc:sldChg chg="addSp modSp new mod setBg">
        <pc:chgData name="Chen, Mingyu" userId="21e2354b-f0cc-4e3b-b5db-56c4591c53aa" providerId="ADAL" clId="{66BEAC84-A771-42CE-A07B-92DA3EA5C0DB}" dt="2025-04-03T23:26:09.931" v="10137" actId="26606"/>
        <pc:sldMkLst>
          <pc:docMk/>
          <pc:sldMk cId="546333705" sldId="277"/>
        </pc:sldMkLst>
        <pc:spChg chg="add">
          <ac:chgData name="Chen, Mingyu" userId="21e2354b-f0cc-4e3b-b5db-56c4591c53aa" providerId="ADAL" clId="{66BEAC84-A771-42CE-A07B-92DA3EA5C0DB}" dt="2025-04-03T23:26:09.931" v="10137" actId="26606"/>
          <ac:spMkLst>
            <pc:docMk/>
            <pc:sldMk cId="546333705" sldId="277"/>
            <ac:spMk id="2055" creationId="{42A4FC2C-047E-45A5-965D-8E1E3BF09BC6}"/>
          </ac:spMkLst>
        </pc:spChg>
        <pc:picChg chg="add mod">
          <ac:chgData name="Chen, Mingyu" userId="21e2354b-f0cc-4e3b-b5db-56c4591c53aa" providerId="ADAL" clId="{66BEAC84-A771-42CE-A07B-92DA3EA5C0DB}" dt="2025-04-03T23:26:09.931" v="10137" actId="26606"/>
          <ac:picMkLst>
            <pc:docMk/>
            <pc:sldMk cId="546333705" sldId="277"/>
            <ac:picMk id="2050" creationId="{0728827E-DEF6-E7D9-A15B-8985FDE20AF7}"/>
          </ac:picMkLst>
        </pc:picChg>
      </pc:sldChg>
      <pc:sldChg chg="addSp modSp add mod ord modAnim">
        <pc:chgData name="Chen, Mingyu" userId="21e2354b-f0cc-4e3b-b5db-56c4591c53aa" providerId="ADAL" clId="{66BEAC84-A771-42CE-A07B-92DA3EA5C0DB}" dt="2025-04-04T00:36:22.645" v="10278"/>
        <pc:sldMkLst>
          <pc:docMk/>
          <pc:sldMk cId="64395448" sldId="278"/>
        </pc:sldMkLst>
        <pc:spChg chg="mod">
          <ac:chgData name="Chen, Mingyu" userId="21e2354b-f0cc-4e3b-b5db-56c4591c53aa" providerId="ADAL" clId="{66BEAC84-A771-42CE-A07B-92DA3EA5C0DB}" dt="2025-04-04T00:18:37.768" v="10191" actId="1076"/>
          <ac:spMkLst>
            <pc:docMk/>
            <pc:sldMk cId="64395448" sldId="278"/>
            <ac:spMk id="2" creationId="{84389BB0-F1F3-9A33-5915-D5261BE85046}"/>
          </ac:spMkLst>
        </pc:spChg>
        <pc:spChg chg="add mod">
          <ac:chgData name="Chen, Mingyu" userId="21e2354b-f0cc-4e3b-b5db-56c4591c53aa" providerId="ADAL" clId="{66BEAC84-A771-42CE-A07B-92DA3EA5C0DB}" dt="2025-04-04T00:35:02.018" v="10274" actId="14100"/>
          <ac:spMkLst>
            <pc:docMk/>
            <pc:sldMk cId="64395448" sldId="278"/>
            <ac:spMk id="3" creationId="{6047DA3A-BF94-0C52-1521-8E0D0365C67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6611D-8DED-45B4-80F5-DCEE940C782D}" type="datetimeFigureOut">
              <a:rPr lang="en-US" smtClean="0"/>
              <a:t>4/9/2025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6E651B-9D01-424F-9C2B-18CC0F15DE5A}" type="slidenum">
              <a:rPr lang="en-US" smtClean="0"/>
              <a:t>‹#›</a:t>
            </a:fld>
            <a:endParaRPr lang="en-US"/>
          </a:p>
        </p:txBody>
      </p:sp>
    </p:spTree>
    <p:extLst>
      <p:ext uri="{BB962C8B-B14F-4D97-AF65-F5344CB8AC3E}">
        <p14:creationId xmlns:p14="http://schemas.microsoft.com/office/powerpoint/2010/main" val="1133090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talk about an AI research project I’m doing with my Assistant Professor on predicting and presenting test difficulty for crowdsourcing food rescue platforms this Spring term. My name is MYC, and my Assistant Professor is Dr. Ryan Shi at the University of Pittsburgh. This work is in collaboration with partners from Carnegie Mellon University, UIUC, and Food Rescue Hero.”</a:t>
            </a:r>
          </a:p>
        </p:txBody>
      </p:sp>
      <p:sp>
        <p:nvSpPr>
          <p:cNvPr id="4" name="Slide Number Placeholder 3"/>
          <p:cNvSpPr>
            <a:spLocks noGrp="1"/>
          </p:cNvSpPr>
          <p:nvPr>
            <p:ph type="sldNum" sz="quarter" idx="5"/>
          </p:nvPr>
        </p:nvSpPr>
        <p:spPr/>
        <p:txBody>
          <a:bodyPr/>
          <a:lstStyle/>
          <a:p>
            <a:fld id="{AD6E651B-9D01-424F-9C2B-18CC0F15DE5A}" type="slidenum">
              <a:rPr lang="en-US" smtClean="0"/>
              <a:t>1</a:t>
            </a:fld>
            <a:endParaRPr lang="en-US"/>
          </a:p>
        </p:txBody>
      </p:sp>
    </p:spTree>
    <p:extLst>
      <p:ext uri="{BB962C8B-B14F-4D97-AF65-F5344CB8AC3E}">
        <p14:creationId xmlns:p14="http://schemas.microsoft.com/office/powerpoint/2010/main" val="4242599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my Doctor Ryan’s website. </a:t>
            </a:r>
          </a:p>
          <a:p>
            <a:endParaRPr lang="en-US" dirty="0"/>
          </a:p>
          <a:p>
            <a:endParaRPr lang="en-US" dirty="0"/>
          </a:p>
        </p:txBody>
      </p:sp>
      <p:sp>
        <p:nvSpPr>
          <p:cNvPr id="4" name="Slide Number Placeholder 3"/>
          <p:cNvSpPr>
            <a:spLocks noGrp="1"/>
          </p:cNvSpPr>
          <p:nvPr>
            <p:ph type="sldNum" sz="quarter" idx="5"/>
          </p:nvPr>
        </p:nvSpPr>
        <p:spPr/>
        <p:txBody>
          <a:bodyPr/>
          <a:lstStyle/>
          <a:p>
            <a:fld id="{AD6E651B-9D01-424F-9C2B-18CC0F15DE5A}" type="slidenum">
              <a:rPr lang="en-US" smtClean="0"/>
              <a:t>2</a:t>
            </a:fld>
            <a:endParaRPr lang="en-US"/>
          </a:p>
        </p:txBody>
      </p:sp>
    </p:spTree>
    <p:extLst>
      <p:ext uri="{BB962C8B-B14F-4D97-AF65-F5344CB8AC3E}">
        <p14:creationId xmlns:p14="http://schemas.microsoft.com/office/powerpoint/2010/main" val="914070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our research background. Food waste and food insecurity are 2 important problems that unfortunately coexist in many parts of world. </a:t>
            </a:r>
          </a:p>
        </p:txBody>
      </p:sp>
      <p:sp>
        <p:nvSpPr>
          <p:cNvPr id="4" name="Slide Number Placeholder 3"/>
          <p:cNvSpPr>
            <a:spLocks noGrp="1"/>
          </p:cNvSpPr>
          <p:nvPr>
            <p:ph type="sldNum" sz="quarter" idx="5"/>
          </p:nvPr>
        </p:nvSpPr>
        <p:spPr/>
        <p:txBody>
          <a:bodyPr/>
          <a:lstStyle/>
          <a:p>
            <a:fld id="{AD6E651B-9D01-424F-9C2B-18CC0F15DE5A}" type="slidenum">
              <a:rPr lang="en-US" smtClean="0"/>
              <a:t>3</a:t>
            </a:fld>
            <a:endParaRPr lang="en-US"/>
          </a:p>
        </p:txBody>
      </p:sp>
    </p:spTree>
    <p:extLst>
      <p:ext uri="{BB962C8B-B14F-4D97-AF65-F5344CB8AC3E}">
        <p14:creationId xmlns:p14="http://schemas.microsoft.com/office/powerpoint/2010/main" val="1308155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Food rescue organizations match donated food with the recipients who need it. Once a donation is paired with a recipient, it’s posted for volunteers on the app. Every volunteer has the app installed and receives a push notification about new rescue trips. If they choose to take one, the app shows them exactly where to pick up and deliver the food. That’s how these organizations operate on a daily basis</a:t>
            </a:r>
          </a:p>
        </p:txBody>
      </p:sp>
      <p:sp>
        <p:nvSpPr>
          <p:cNvPr id="4" name="Slide Number Placeholder 3"/>
          <p:cNvSpPr>
            <a:spLocks noGrp="1"/>
          </p:cNvSpPr>
          <p:nvPr>
            <p:ph type="sldNum" sz="quarter" idx="5"/>
          </p:nvPr>
        </p:nvSpPr>
        <p:spPr/>
        <p:txBody>
          <a:bodyPr/>
          <a:lstStyle/>
          <a:p>
            <a:fld id="{AD6E651B-9D01-424F-9C2B-18CC0F15DE5A}" type="slidenum">
              <a:rPr lang="en-US" smtClean="0"/>
              <a:t>4</a:t>
            </a:fld>
            <a:endParaRPr lang="en-US"/>
          </a:p>
        </p:txBody>
      </p:sp>
    </p:spTree>
    <p:extLst>
      <p:ext uri="{BB962C8B-B14F-4D97-AF65-F5344CB8AC3E}">
        <p14:creationId xmlns:p14="http://schemas.microsoft.com/office/powerpoint/2010/main" val="2789302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specific group we’re working with is called 402 Food Rescue, headquartered in Pittsburgh. However, they extend far beyond a single city—many similar food rescue organizations across various states rely on their software platform. In total, around 20 other groups use it, and there are above 40,000 volunteers delivering food from thousands of donors to numerous recipient organizations.</a:t>
            </a:r>
          </a:p>
        </p:txBody>
      </p:sp>
      <p:sp>
        <p:nvSpPr>
          <p:cNvPr id="4" name="Slide Number Placeholder 3"/>
          <p:cNvSpPr>
            <a:spLocks noGrp="1"/>
          </p:cNvSpPr>
          <p:nvPr>
            <p:ph type="sldNum" sz="quarter" idx="5"/>
          </p:nvPr>
        </p:nvSpPr>
        <p:spPr/>
        <p:txBody>
          <a:bodyPr/>
          <a:lstStyle/>
          <a:p>
            <a:fld id="{AD6E651B-9D01-424F-9C2B-18CC0F15DE5A}" type="slidenum">
              <a:rPr lang="en-US" smtClean="0"/>
              <a:t>5</a:t>
            </a:fld>
            <a:endParaRPr lang="en-US"/>
          </a:p>
        </p:txBody>
      </p:sp>
    </p:spTree>
    <p:extLst>
      <p:ext uri="{BB962C8B-B14F-4D97-AF65-F5344CB8AC3E}">
        <p14:creationId xmlns:p14="http://schemas.microsoft.com/office/powerpoint/2010/main" val="1612216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needs a robust volunteer base, but volunteers are not employees. A negative initial experience—for instance, a confusing pickup location or an overly long trip—can make someone quit early. These platforms want to keep volunteers engaged by identifying easy rescues for newer helpers, and designating harder ones to more experienced volunteers. That brings us to our research question: </a:t>
            </a:r>
            <a:r>
              <a:rPr lang="en-US"/>
              <a:t>how to </a:t>
            </a:r>
            <a:r>
              <a:rPr lang="en-US" dirty="0"/>
              <a:t>improve volunteer engagement and retention on such crowdsourcing </a:t>
            </a:r>
            <a:r>
              <a:rPr lang="en-US"/>
              <a:t>volunteering platforms?</a:t>
            </a:r>
            <a:endParaRPr lang="en-US" dirty="0"/>
          </a:p>
        </p:txBody>
      </p:sp>
      <p:sp>
        <p:nvSpPr>
          <p:cNvPr id="4" name="Slide Number Placeholder 3"/>
          <p:cNvSpPr>
            <a:spLocks noGrp="1"/>
          </p:cNvSpPr>
          <p:nvPr>
            <p:ph type="sldNum" sz="quarter" idx="5"/>
          </p:nvPr>
        </p:nvSpPr>
        <p:spPr/>
        <p:txBody>
          <a:bodyPr/>
          <a:lstStyle/>
          <a:p>
            <a:fld id="{AD6E651B-9D01-424F-9C2B-18CC0F15DE5A}" type="slidenum">
              <a:rPr lang="en-US" smtClean="0"/>
              <a:t>6</a:t>
            </a:fld>
            <a:endParaRPr lang="en-US"/>
          </a:p>
        </p:txBody>
      </p:sp>
    </p:spTree>
    <p:extLst>
      <p:ext uri="{BB962C8B-B14F-4D97-AF65-F5344CB8AC3E}">
        <p14:creationId xmlns:p14="http://schemas.microsoft.com/office/powerpoint/2010/main" val="2266322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Centering our study around this challenge, we make the following three contributions: first we developed a hybrid model to predict the difficulty level of each outcoming food rescue, we assembled a food rescue difficulty data set with expert labels from food Rescue Hero . As manual labels, they are too expensive, so we develop a </a:t>
            </a:r>
            <a:r>
              <a:rPr lang="en-US" dirty="0" err="1"/>
              <a:t>bert</a:t>
            </a:r>
            <a:r>
              <a:rPr lang="en-US" dirty="0"/>
              <a:t>-based language model to generate pseudo-label to optimize the training dataset. Our final model can identify easy rescue with 0.71 AUC and hard one with 0.685 AUC, significantly outperforming the baseline. </a:t>
            </a:r>
          </a:p>
        </p:txBody>
      </p:sp>
      <p:sp>
        <p:nvSpPr>
          <p:cNvPr id="4" name="Slide Number Placeholder 3"/>
          <p:cNvSpPr>
            <a:spLocks noGrp="1"/>
          </p:cNvSpPr>
          <p:nvPr>
            <p:ph type="sldNum" sz="quarter" idx="5"/>
          </p:nvPr>
        </p:nvSpPr>
        <p:spPr/>
        <p:txBody>
          <a:bodyPr/>
          <a:lstStyle/>
          <a:p>
            <a:fld id="{AD6E651B-9D01-424F-9C2B-18CC0F15DE5A}" type="slidenum">
              <a:rPr lang="en-US" smtClean="0"/>
              <a:t>7</a:t>
            </a:fld>
            <a:endParaRPr lang="en-US"/>
          </a:p>
        </p:txBody>
      </p:sp>
    </p:spTree>
    <p:extLst>
      <p:ext uri="{BB962C8B-B14F-4D97-AF65-F5344CB8AC3E}">
        <p14:creationId xmlns:p14="http://schemas.microsoft.com/office/powerpoint/2010/main" val="3339744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474747"/>
                </a:solidFill>
                <a:effectLst/>
                <a:latin typeface="Roboto" panose="02000000000000000000" pitchFamily="2" charset="0"/>
              </a:rPr>
              <a:t>Basically, </a:t>
            </a:r>
            <a:r>
              <a:rPr lang="en-US" b="1" dirty="0"/>
              <a:t>AUC</a:t>
            </a:r>
            <a:r>
              <a:rPr lang="en-US" dirty="0"/>
              <a:t> is a single‐number summary (ranging between 0.0 and 1.0) of how well a model distinguishes between two classes (e.g., “easy” vs. “hard” tasks). An AUC of </a:t>
            </a:r>
            <a:r>
              <a:rPr lang="en-US" b="1" dirty="0"/>
              <a:t>1.0</a:t>
            </a:r>
            <a:r>
              <a:rPr lang="en-US" dirty="0"/>
              <a:t> means the model ranks all actual positives above all actual negatives (perfect separation). An AUC of </a:t>
            </a:r>
            <a:r>
              <a:rPr lang="en-US" b="1" dirty="0"/>
              <a:t>0.5</a:t>
            </a:r>
            <a:r>
              <a:rPr lang="en-US" dirty="0"/>
              <a:t> means it is no better than random guessing. </a:t>
            </a:r>
          </a:p>
          <a:p>
            <a:endParaRPr lang="en-US" dirty="0"/>
          </a:p>
        </p:txBody>
      </p:sp>
      <p:sp>
        <p:nvSpPr>
          <p:cNvPr id="4" name="Slide Number Placeholder 3"/>
          <p:cNvSpPr>
            <a:spLocks noGrp="1"/>
          </p:cNvSpPr>
          <p:nvPr>
            <p:ph type="sldNum" sz="quarter" idx="5"/>
          </p:nvPr>
        </p:nvSpPr>
        <p:spPr/>
        <p:txBody>
          <a:bodyPr/>
          <a:lstStyle/>
          <a:p>
            <a:fld id="{AD6E651B-9D01-424F-9C2B-18CC0F15DE5A}" type="slidenum">
              <a:rPr lang="en-US" smtClean="0"/>
              <a:t>8</a:t>
            </a:fld>
            <a:endParaRPr lang="en-US"/>
          </a:p>
        </p:txBody>
      </p:sp>
    </p:spTree>
    <p:extLst>
      <p:ext uri="{BB962C8B-B14F-4D97-AF65-F5344CB8AC3E}">
        <p14:creationId xmlns:p14="http://schemas.microsoft.com/office/powerpoint/2010/main" val="1557040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7B055-5219-1F79-62C1-F7E77D218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03EC9-CC96-A04A-0551-E120E15C85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14C24-E3CA-A12E-CA10-6D7079BDF3CE}"/>
              </a:ext>
            </a:extLst>
          </p:cNvPr>
          <p:cNvSpPr>
            <a:spLocks noGrp="1"/>
          </p:cNvSpPr>
          <p:nvPr>
            <p:ph type="body" idx="1"/>
          </p:nvPr>
        </p:nvSpPr>
        <p:spPr/>
        <p:txBody>
          <a:bodyPr/>
          <a:lstStyle/>
          <a:p>
            <a:pPr>
              <a:buNone/>
            </a:pPr>
            <a:r>
              <a:rPr lang="en-US" dirty="0"/>
              <a:t>Centering our study around this challenge, we make the following three contributions: first we developed a hybrid model to predict the difficulty level of each outcoming food rescue, we assembled a food rescue difficulty data set with expert labels from food Rescue Hero . As manual labels, they are too expensive, so we develop a </a:t>
            </a:r>
            <a:r>
              <a:rPr lang="en-US" dirty="0" err="1"/>
              <a:t>bert</a:t>
            </a:r>
            <a:r>
              <a:rPr lang="en-US" dirty="0"/>
              <a:t>-based language model to generate pseudo-label to optimize the training dataset. Our final model can identify easy rescue with 0.71 AUC and hard one with 0.685 AUC, significantly outperforming the baseline. </a:t>
            </a:r>
          </a:p>
        </p:txBody>
      </p:sp>
      <p:sp>
        <p:nvSpPr>
          <p:cNvPr id="4" name="Slide Number Placeholder 3">
            <a:extLst>
              <a:ext uri="{FF2B5EF4-FFF2-40B4-BE49-F238E27FC236}">
                <a16:creationId xmlns:a16="http://schemas.microsoft.com/office/drawing/2014/main" id="{8ED5944D-9195-AD66-6931-45228698E746}"/>
              </a:ext>
            </a:extLst>
          </p:cNvPr>
          <p:cNvSpPr>
            <a:spLocks noGrp="1"/>
          </p:cNvSpPr>
          <p:nvPr>
            <p:ph type="sldNum" sz="quarter" idx="5"/>
          </p:nvPr>
        </p:nvSpPr>
        <p:spPr/>
        <p:txBody>
          <a:bodyPr/>
          <a:lstStyle/>
          <a:p>
            <a:fld id="{AD6E651B-9D01-424F-9C2B-18CC0F15DE5A}" type="slidenum">
              <a:rPr lang="en-US" smtClean="0"/>
              <a:t>9</a:t>
            </a:fld>
            <a:endParaRPr lang="en-US"/>
          </a:p>
        </p:txBody>
      </p:sp>
    </p:spTree>
    <p:extLst>
      <p:ext uri="{BB962C8B-B14F-4D97-AF65-F5344CB8AC3E}">
        <p14:creationId xmlns:p14="http://schemas.microsoft.com/office/powerpoint/2010/main" val="1747609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Because I have been involved in this research project this spring semester, it has not been long, I've just completed some lighted tasks that Doctor Ryan gives to me so far. </a:t>
            </a:r>
          </a:p>
          <a:p>
            <a:pPr>
              <a:buNone/>
            </a:pPr>
            <a:r>
              <a:rPr lang="en-US" dirty="0"/>
              <a:t>First, I </a:t>
            </a:r>
            <a:r>
              <a:rPr lang="en-US" b="1" dirty="0"/>
              <a:t>debugged our existing code</a:t>
            </a:r>
            <a:r>
              <a:rPr lang="en-US" dirty="0"/>
              <a:t> to ensure everything could compile and run smoothly. This included fixing library incompatibilities, refining data preprocessing steps, and confirming that both </a:t>
            </a:r>
            <a:r>
              <a:rPr lang="en-US" b="1" dirty="0"/>
              <a:t>numeric and geographic features</a:t>
            </a:r>
            <a:r>
              <a:rPr lang="en-US" dirty="0"/>
              <a:t> were properly ingested. By doing this, I made sure the foundation for model training was solid.</a:t>
            </a:r>
          </a:p>
          <a:p>
            <a:pPr>
              <a:buNone/>
            </a:pPr>
            <a:r>
              <a:rPr lang="en-US" dirty="0"/>
              <a:t>Next, I moved on to </a:t>
            </a:r>
            <a:r>
              <a:rPr lang="en-US" b="1" dirty="0"/>
              <a:t>model development and comparison</a:t>
            </a:r>
            <a:r>
              <a:rPr lang="en-US" dirty="0"/>
              <a:t>. I experimented with several </a:t>
            </a:r>
            <a:r>
              <a:rPr lang="en-US"/>
              <a:t>tabular models and </a:t>
            </a:r>
            <a:r>
              <a:rPr lang="en-US" dirty="0"/>
              <a:t>then I fine-tuned their parameters using cross-validation. I incorporated </a:t>
            </a:r>
            <a:r>
              <a:rPr lang="en-US" b="1" dirty="0"/>
              <a:t>time-based analysis</a:t>
            </a:r>
            <a:r>
              <a:rPr lang="en-US" dirty="0"/>
              <a:t> to observe how each model’s predictions changed or trended over time. Ultimately, we wanted to identify which model had the most reliable performance not only in terms of accuracy or AUC scores, but also in terms of efficiency and stability.</a:t>
            </a:r>
          </a:p>
          <a:p>
            <a:pPr>
              <a:buNone/>
            </a:pPr>
            <a:endParaRPr lang="en-US" dirty="0"/>
          </a:p>
          <a:p>
            <a:pPr>
              <a:buNone/>
            </a:pPr>
            <a:r>
              <a:rPr lang="en-US" dirty="0"/>
              <a:t>And next step has not done by me yet. I will complete this task in the next period of time.</a:t>
            </a:r>
          </a:p>
          <a:p>
            <a:pPr>
              <a:buNone/>
            </a:pPr>
            <a:r>
              <a:rPr lang="en-US" dirty="0"/>
              <a:t>For this step, I will </a:t>
            </a:r>
            <a:r>
              <a:rPr lang="en-US" b="1" dirty="0"/>
              <a:t>pinpoint the best model</a:t>
            </a:r>
            <a:r>
              <a:rPr lang="en-US" dirty="0"/>
              <a:t>, I then integrated it into our </a:t>
            </a:r>
            <a:r>
              <a:rPr lang="en-US" b="1" dirty="0"/>
              <a:t>AWS environment</a:t>
            </a:r>
            <a:r>
              <a:rPr lang="en-US" dirty="0"/>
              <a:t> so it could be used in practice. I should also test it thoroughly to confirm everything was running correctly and securely in AWS</a:t>
            </a:r>
          </a:p>
        </p:txBody>
      </p:sp>
      <p:sp>
        <p:nvSpPr>
          <p:cNvPr id="4" name="Slide Number Placeholder 3"/>
          <p:cNvSpPr>
            <a:spLocks noGrp="1"/>
          </p:cNvSpPr>
          <p:nvPr>
            <p:ph type="sldNum" sz="quarter" idx="5"/>
          </p:nvPr>
        </p:nvSpPr>
        <p:spPr/>
        <p:txBody>
          <a:bodyPr/>
          <a:lstStyle/>
          <a:p>
            <a:fld id="{AD6E651B-9D01-424F-9C2B-18CC0F15DE5A}" type="slidenum">
              <a:rPr lang="en-US" smtClean="0"/>
              <a:t>10</a:t>
            </a:fld>
            <a:endParaRPr lang="en-US"/>
          </a:p>
        </p:txBody>
      </p:sp>
    </p:spTree>
    <p:extLst>
      <p:ext uri="{BB962C8B-B14F-4D97-AF65-F5344CB8AC3E}">
        <p14:creationId xmlns:p14="http://schemas.microsoft.com/office/powerpoint/2010/main" val="371354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"Here's a quick summary of the three modeling approaches we tested.</a:t>
            </a:r>
          </a:p>
          <a:p>
            <a:pPr>
              <a:buNone/>
            </a:pPr>
            <a:r>
              <a:rPr lang="en-US" dirty="0"/>
              <a:t>First, </a:t>
            </a:r>
            <a:r>
              <a:rPr lang="en-US" b="1" dirty="0"/>
              <a:t>Baseline 1</a:t>
            </a:r>
            <a:r>
              <a:rPr lang="en-US" dirty="0"/>
              <a:t> is the simplest—it uses only the tabular data, no text, no BERT, just straightforward models like </a:t>
            </a:r>
            <a:r>
              <a:rPr lang="en-US" dirty="0" err="1"/>
              <a:t>LightGBM</a:t>
            </a:r>
            <a:r>
              <a:rPr lang="en-US" dirty="0"/>
              <a:t>.</a:t>
            </a:r>
          </a:p>
          <a:p>
            <a:pPr>
              <a:buNone/>
            </a:pPr>
            <a:r>
              <a:rPr lang="en-US" b="1" dirty="0"/>
              <a:t>Baseline 2</a:t>
            </a:r>
            <a:r>
              <a:rPr lang="en-US" dirty="0"/>
              <a:t> adds a layer of intelligence. It fine-tunes BERT on a small set of labeled data to generate pseudo-labels, then </a:t>
            </a:r>
            <a:r>
              <a:rPr lang="en-US" sz="1200" dirty="0"/>
              <a:t>Combined</a:t>
            </a:r>
            <a:r>
              <a:rPr lang="en-US" dirty="0"/>
              <a:t> those with the tabular features.</a:t>
            </a:r>
          </a:p>
          <a:p>
            <a:pPr>
              <a:buNone/>
            </a:pPr>
            <a:r>
              <a:rPr lang="en-US" dirty="0"/>
              <a:t>And finally, our </a:t>
            </a:r>
            <a:r>
              <a:rPr lang="en-US" b="1" dirty="0"/>
              <a:t>Final Algorithm</a:t>
            </a:r>
            <a:r>
              <a:rPr lang="en-US" dirty="0"/>
              <a:t> is the most complete. We first pre-train BERT on volunteer rating data, then fine-tune it on rescue difficulty. We combine these pseudo-labels with the tabular data and get the best performance</a:t>
            </a:r>
          </a:p>
          <a:p>
            <a:r>
              <a:rPr lang="en-US" dirty="0"/>
              <a:t>This progression shows how each layer of added information improves prediction."</a:t>
            </a:r>
          </a:p>
          <a:p>
            <a:endParaRPr lang="en-US" dirty="0"/>
          </a:p>
        </p:txBody>
      </p:sp>
      <p:sp>
        <p:nvSpPr>
          <p:cNvPr id="4" name="Slide Number Placeholder 3"/>
          <p:cNvSpPr>
            <a:spLocks noGrp="1"/>
          </p:cNvSpPr>
          <p:nvPr>
            <p:ph type="sldNum" sz="quarter" idx="5"/>
          </p:nvPr>
        </p:nvSpPr>
        <p:spPr/>
        <p:txBody>
          <a:bodyPr/>
          <a:lstStyle/>
          <a:p>
            <a:fld id="{AD6E651B-9D01-424F-9C2B-18CC0F15DE5A}" type="slidenum">
              <a:rPr lang="en-US" smtClean="0"/>
              <a:t>11</a:t>
            </a:fld>
            <a:endParaRPr lang="en-US"/>
          </a:p>
        </p:txBody>
      </p:sp>
    </p:spTree>
    <p:extLst>
      <p:ext uri="{BB962C8B-B14F-4D97-AF65-F5344CB8AC3E}">
        <p14:creationId xmlns:p14="http://schemas.microsoft.com/office/powerpoint/2010/main" val="21293583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For </a:t>
            </a:r>
            <a:r>
              <a:rPr lang="en-US" b="1" dirty="0"/>
              <a:t>Baseline 1</a:t>
            </a:r>
            <a:r>
              <a:rPr lang="en-US" dirty="0"/>
              <a:t>, the main issue is that it relies only on tabular features, which just aren’t enough on their own to make accurate predictions. Once we include comment text and generate pseudo-labels from BERT, we see clear performance improvement.</a:t>
            </a:r>
          </a:p>
          <a:p>
            <a:pPr>
              <a:buNone/>
            </a:pPr>
            <a:r>
              <a:rPr lang="en-US" dirty="0"/>
              <a:t>With </a:t>
            </a:r>
            <a:r>
              <a:rPr lang="en-US" b="1" dirty="0"/>
              <a:t>Baseline 2</a:t>
            </a:r>
            <a:r>
              <a:rPr lang="en-US"/>
              <a:t>, it </a:t>
            </a:r>
            <a:r>
              <a:rPr lang="en-US" dirty="0"/>
              <a:t>skips an important step—pre-training BERT on the rescue </a:t>
            </a:r>
            <a:r>
              <a:rPr lang="en-US" b="1" dirty="0"/>
              <a:t>ratings</a:t>
            </a:r>
            <a:r>
              <a:rPr lang="en-US" dirty="0"/>
              <a:t>. That turns out to be a missed opportunity, because we actually have way more data points with ratings than with difficulty labels—nearly 100 times more.</a:t>
            </a:r>
          </a:p>
          <a:p>
            <a:r>
              <a:rPr lang="en-US" dirty="0"/>
              <a:t>The table below backs this up. You can see that our final model outperforms both baselines, especially on the hard examples, where Baseline 1 only gets an AUC of 0.495, while ours reaches 0.685."</a:t>
            </a:r>
          </a:p>
        </p:txBody>
      </p:sp>
      <p:sp>
        <p:nvSpPr>
          <p:cNvPr id="4" name="Slide Number Placeholder 3"/>
          <p:cNvSpPr>
            <a:spLocks noGrp="1"/>
          </p:cNvSpPr>
          <p:nvPr>
            <p:ph type="sldNum" sz="quarter" idx="5"/>
          </p:nvPr>
        </p:nvSpPr>
        <p:spPr/>
        <p:txBody>
          <a:bodyPr/>
          <a:lstStyle/>
          <a:p>
            <a:fld id="{AD6E651B-9D01-424F-9C2B-18CC0F15DE5A}" type="slidenum">
              <a:rPr lang="en-US" smtClean="0"/>
              <a:t>12</a:t>
            </a:fld>
            <a:endParaRPr lang="en-US"/>
          </a:p>
        </p:txBody>
      </p:sp>
    </p:spTree>
    <p:extLst>
      <p:ext uri="{BB962C8B-B14F-4D97-AF65-F5344CB8AC3E}">
        <p14:creationId xmlns:p14="http://schemas.microsoft.com/office/powerpoint/2010/main" val="77417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some takeaways from my research experience. Firstly, I need to make sure that our progress is in line with that of the professors. If we are unfortunately unable to keep up with the progress of the professors, then we should contact them immediately/ Next, always feel comfortable asking questions. But before you do, try to spend a little time thinking about it yourself. This helps you strengthen your own problem-solving and coding abilities. Third, our research work, including meetings is all remote. My courses are heavy this semester, so remote work is very friendly for me, but remote work does not really motivate me to do my work well. I think I am the kind of person who relies on a suitable and strong working environment to have good work efficiency. So, if possible, I hope that my future internship or research experience can be personal. Finally, scientific research practice can greatly make up for the shortcomings of the knowledge learned and even bring me more knowledge that I don’t know.</a:t>
            </a:r>
          </a:p>
        </p:txBody>
      </p:sp>
      <p:sp>
        <p:nvSpPr>
          <p:cNvPr id="4" name="Slide Number Placeholder 3"/>
          <p:cNvSpPr>
            <a:spLocks noGrp="1"/>
          </p:cNvSpPr>
          <p:nvPr>
            <p:ph type="sldNum" sz="quarter" idx="5"/>
          </p:nvPr>
        </p:nvSpPr>
        <p:spPr/>
        <p:txBody>
          <a:bodyPr/>
          <a:lstStyle/>
          <a:p>
            <a:fld id="{AD6E651B-9D01-424F-9C2B-18CC0F15DE5A}" type="slidenum">
              <a:rPr lang="en-US" smtClean="0"/>
              <a:t>13</a:t>
            </a:fld>
            <a:endParaRPr lang="en-US"/>
          </a:p>
        </p:txBody>
      </p:sp>
    </p:spTree>
    <p:extLst>
      <p:ext uri="{BB962C8B-B14F-4D97-AF65-F5344CB8AC3E}">
        <p14:creationId xmlns:p14="http://schemas.microsoft.com/office/powerpoint/2010/main" val="123592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6E651B-9D01-424F-9C2B-18CC0F15DE5A}" type="slidenum">
              <a:rPr lang="en-US" smtClean="0"/>
              <a:t>14</a:t>
            </a:fld>
            <a:endParaRPr lang="en-US"/>
          </a:p>
        </p:txBody>
      </p:sp>
    </p:spTree>
    <p:extLst>
      <p:ext uri="{BB962C8B-B14F-4D97-AF65-F5344CB8AC3E}">
        <p14:creationId xmlns:p14="http://schemas.microsoft.com/office/powerpoint/2010/main" val="1437760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6E651B-9D01-424F-9C2B-18CC0F15DE5A}" type="slidenum">
              <a:rPr lang="en-US" smtClean="0"/>
              <a:t>16</a:t>
            </a:fld>
            <a:endParaRPr lang="en-US"/>
          </a:p>
        </p:txBody>
      </p:sp>
    </p:spTree>
    <p:extLst>
      <p:ext uri="{BB962C8B-B14F-4D97-AF65-F5344CB8AC3E}">
        <p14:creationId xmlns:p14="http://schemas.microsoft.com/office/powerpoint/2010/main" val="2141721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652A88-5413-4C0E-9A3B-D878CEAC4D21}" type="datetimeFigureOut">
              <a:rPr lang="en-US" smtClean="0"/>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2135146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652A88-5413-4C0E-9A3B-D878CEAC4D21}" type="datetimeFigureOut">
              <a:rPr lang="en-US" smtClean="0"/>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1009180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652A88-5413-4C0E-9A3B-D878CEAC4D21}" type="datetimeFigureOut">
              <a:rPr lang="en-US" smtClean="0"/>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51769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652A88-5413-4C0E-9A3B-D878CEAC4D21}" type="datetimeFigureOut">
              <a:rPr lang="en-US" smtClean="0"/>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3733361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652A88-5413-4C0E-9A3B-D878CEAC4D21}" type="datetimeFigureOut">
              <a:rPr lang="en-US" smtClean="0"/>
              <a:t>4/9/2025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637427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652A88-5413-4C0E-9A3B-D878CEAC4D21}" type="datetimeFigureOut">
              <a:rPr lang="en-US" smtClean="0"/>
              <a:t>4/9/2025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710317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52A88-5413-4C0E-9A3B-D878CEAC4D21}" type="datetimeFigureOut">
              <a:rPr lang="en-US" smtClean="0"/>
              <a:t>4/9/2025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2289899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652A88-5413-4C0E-9A3B-D878CEAC4D21}" type="datetimeFigureOut">
              <a:rPr lang="en-US" smtClean="0"/>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1906234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652A88-5413-4C0E-9A3B-D878CEAC4D21}" type="datetimeFigureOut">
              <a:rPr lang="en-US" smtClean="0"/>
              <a:t>4/9/2025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3075568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652A88-5413-4C0E-9A3B-D878CEAC4D21}" type="datetimeFigureOut">
              <a:rPr lang="en-US" smtClean="0"/>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3211543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652A88-5413-4C0E-9A3B-D878CEAC4D21}" type="datetimeFigureOut">
              <a:rPr lang="en-US" smtClean="0"/>
              <a:t>4/9/2025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E772D2-2955-41BC-AD68-0CB03899B293}" type="slidenum">
              <a:rPr lang="en-US" smtClean="0"/>
              <a:t>‹#›</a:t>
            </a:fld>
            <a:endParaRPr lang="en-US"/>
          </a:p>
        </p:txBody>
      </p:sp>
    </p:spTree>
    <p:extLst>
      <p:ext uri="{BB962C8B-B14F-4D97-AF65-F5344CB8AC3E}">
        <p14:creationId xmlns:p14="http://schemas.microsoft.com/office/powerpoint/2010/main" val="153276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652A88-5413-4C0E-9A3B-D878CEAC4D21}" type="datetimeFigureOut">
              <a:rPr lang="en-US" smtClean="0"/>
              <a:t>4/9/2025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E772D2-2955-41BC-AD68-0CB03899B293}" type="slidenum">
              <a:rPr lang="en-US" smtClean="0"/>
              <a:t>‹#›</a:t>
            </a:fld>
            <a:endParaRPr lang="en-US"/>
          </a:p>
        </p:txBody>
      </p:sp>
    </p:spTree>
    <p:extLst>
      <p:ext uri="{BB962C8B-B14F-4D97-AF65-F5344CB8AC3E}">
        <p14:creationId xmlns:p14="http://schemas.microsoft.com/office/powerpoint/2010/main" val="30569097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s://ryanzshi.github.io/" TargetMode="External"/><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4C2874-6389-3C8A-DEA7-B962CDCD424C}"/>
              </a:ext>
            </a:extLst>
          </p:cNvPr>
          <p:cNvPicPr>
            <a:picLocks noChangeAspect="1"/>
          </p:cNvPicPr>
          <p:nvPr/>
        </p:nvPicPr>
        <p:blipFill>
          <a:blip r:embed="rId3"/>
          <a:srcRect r="1052" b="2"/>
          <a:stretch/>
        </p:blipFill>
        <p:spPr>
          <a:xfrm>
            <a:off x="0" y="0"/>
            <a:ext cx="12191999" cy="6858000"/>
          </a:xfrm>
          <a:prstGeom prst="rect">
            <a:avLst/>
          </a:prstGeom>
        </p:spPr>
      </p:pic>
    </p:spTree>
    <p:extLst>
      <p:ext uri="{BB962C8B-B14F-4D97-AF65-F5344CB8AC3E}">
        <p14:creationId xmlns:p14="http://schemas.microsoft.com/office/powerpoint/2010/main" val="3896356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873AEDFB-AEC8-AC4F-BBF4-5CAD5DCBEF78}"/>
              </a:ext>
            </a:extLst>
          </p:cNvPr>
          <p:cNvPicPr>
            <a:picLocks noChangeAspect="1"/>
          </p:cNvPicPr>
          <p:nvPr/>
        </p:nvPicPr>
        <p:blipFill>
          <a:blip r:embed="rId3"/>
          <a:srcRect l="4427" r="1" b="1"/>
          <a:stretch/>
        </p:blipFill>
        <p:spPr>
          <a:xfrm>
            <a:off x="20" y="1282"/>
            <a:ext cx="12191980" cy="6856718"/>
          </a:xfrm>
          <a:prstGeom prst="rect">
            <a:avLst/>
          </a:prstGeom>
        </p:spPr>
      </p:pic>
    </p:spTree>
    <p:extLst>
      <p:ext uri="{BB962C8B-B14F-4D97-AF65-F5344CB8AC3E}">
        <p14:creationId xmlns:p14="http://schemas.microsoft.com/office/powerpoint/2010/main" val="2869382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D8B2A8-FAEE-EB2B-4B20-C10B43BB8BB2}"/>
              </a:ext>
            </a:extLst>
          </p:cNvPr>
          <p:cNvSpPr>
            <a:spLocks noGrp="1"/>
          </p:cNvSpPr>
          <p:nvPr>
            <p:ph type="title"/>
          </p:nvPr>
        </p:nvSpPr>
        <p:spPr>
          <a:xfrm>
            <a:off x="640080" y="4777739"/>
            <a:ext cx="3418990" cy="1412119"/>
          </a:xfrm>
        </p:spPr>
        <p:txBody>
          <a:bodyPr vert="horz" lIns="91440" tIns="45720" rIns="91440" bIns="45720" rtlCol="0">
            <a:normAutofit/>
          </a:bodyPr>
          <a:lstStyle/>
          <a:p>
            <a:r>
              <a:rPr lang="en-US" sz="4800" b="1" dirty="0"/>
              <a:t>Background</a:t>
            </a:r>
          </a:p>
        </p:txBody>
      </p:sp>
      <p:pic>
        <p:nvPicPr>
          <p:cNvPr id="7" name="Picture 6">
            <a:extLst>
              <a:ext uri="{FF2B5EF4-FFF2-40B4-BE49-F238E27FC236}">
                <a16:creationId xmlns:a16="http://schemas.microsoft.com/office/drawing/2014/main" id="{D15BEEEC-7AC1-D33B-21E8-11C95E7310E7}"/>
              </a:ext>
            </a:extLst>
          </p:cNvPr>
          <p:cNvPicPr>
            <a:picLocks noChangeAspect="1"/>
          </p:cNvPicPr>
          <p:nvPr/>
        </p:nvPicPr>
        <p:blipFill>
          <a:blip r:embed="rId3"/>
          <a:srcRect t="17245" b="1914"/>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14"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onnsiteX0" fmla="*/ 0 w 1371600"/>
              <a:gd name="connsiteY0" fmla="*/ 0 h 18288"/>
              <a:gd name="connsiteX1" fmla="*/ 685800 w 1371600"/>
              <a:gd name="connsiteY1" fmla="*/ 0 h 18288"/>
              <a:gd name="connsiteX2" fmla="*/ 1371600 w 1371600"/>
              <a:gd name="connsiteY2" fmla="*/ 0 h 18288"/>
              <a:gd name="connsiteX3" fmla="*/ 1371600 w 1371600"/>
              <a:gd name="connsiteY3" fmla="*/ 18288 h 18288"/>
              <a:gd name="connsiteX4" fmla="*/ 713232 w 1371600"/>
              <a:gd name="connsiteY4" fmla="*/ 18288 h 18288"/>
              <a:gd name="connsiteX5" fmla="*/ 0 w 1371600"/>
              <a:gd name="connsiteY5" fmla="*/ 18288 h 18288"/>
              <a:gd name="connsiteX6" fmla="*/ 0 w 1371600"/>
              <a:gd name="connsiteY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9609865-7F32-2904-11A6-A9EBB9C4AC9B}"/>
              </a:ext>
            </a:extLst>
          </p:cNvPr>
          <p:cNvSpPr>
            <a:spLocks noGrp="1"/>
          </p:cNvSpPr>
          <p:nvPr>
            <p:ph idx="1"/>
          </p:nvPr>
        </p:nvSpPr>
        <p:spPr>
          <a:xfrm>
            <a:off x="4654294" y="4777739"/>
            <a:ext cx="6897626" cy="1399223"/>
          </a:xfrm>
        </p:spPr>
        <p:txBody>
          <a:bodyPr vert="horz" lIns="91440" tIns="45720" rIns="91440" bIns="45720" rtlCol="0" anchor="ctr">
            <a:normAutofit/>
          </a:bodyPr>
          <a:lstStyle/>
          <a:p>
            <a:pPr marL="0" indent="0">
              <a:buNone/>
            </a:pPr>
            <a:r>
              <a:rPr lang="en-US" sz="2200">
                <a:latin typeface="Times New Roman" panose="02020603050405020304" pitchFamily="18" charset="0"/>
                <a:cs typeface="Times New Roman" panose="02020603050405020304" pitchFamily="18" charset="0"/>
              </a:rPr>
              <a:t>Two main problems: </a:t>
            </a:r>
          </a:p>
          <a:p>
            <a:r>
              <a:rPr lang="en-US" sz="2200">
                <a:latin typeface="Times New Roman" panose="02020603050405020304" pitchFamily="18" charset="0"/>
                <a:cs typeface="Times New Roman" panose="02020603050405020304" pitchFamily="18" charset="0"/>
              </a:rPr>
              <a:t>Food waste</a:t>
            </a:r>
          </a:p>
          <a:p>
            <a:r>
              <a:rPr lang="en-US" sz="2200">
                <a:latin typeface="Times New Roman" panose="02020603050405020304" pitchFamily="18" charset="0"/>
                <a:cs typeface="Times New Roman" panose="02020603050405020304" pitchFamily="18" charset="0"/>
              </a:rPr>
              <a:t>Food insecurity </a:t>
            </a:r>
          </a:p>
        </p:txBody>
      </p:sp>
    </p:spTree>
    <p:extLst>
      <p:ext uri="{BB962C8B-B14F-4D97-AF65-F5344CB8AC3E}">
        <p14:creationId xmlns:p14="http://schemas.microsoft.com/office/powerpoint/2010/main" val="3166257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CD1355-9D6D-5965-6A0F-F38ACA08AAFE}"/>
              </a:ext>
            </a:extLst>
          </p:cNvPr>
          <p:cNvPicPr>
            <a:picLocks noChangeAspect="1"/>
          </p:cNvPicPr>
          <p:nvPr/>
        </p:nvPicPr>
        <p:blipFill>
          <a:blip r:embed="rId3"/>
          <a:srcRect t="761"/>
          <a:stretch/>
        </p:blipFill>
        <p:spPr>
          <a:xfrm>
            <a:off x="20" y="10"/>
            <a:ext cx="12191980" cy="6866290"/>
          </a:xfrm>
          <a:prstGeom prst="rect">
            <a:avLst/>
          </a:prstGeom>
        </p:spPr>
      </p:pic>
    </p:spTree>
    <p:extLst>
      <p:ext uri="{BB962C8B-B14F-4D97-AF65-F5344CB8AC3E}">
        <p14:creationId xmlns:p14="http://schemas.microsoft.com/office/powerpoint/2010/main" val="2859575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CB4AB5-65B1-6D9D-1830-9CDD4FA665A7}"/>
              </a:ext>
            </a:extLst>
          </p:cNvPr>
          <p:cNvPicPr>
            <a:picLocks noChangeAspect="1"/>
          </p:cNvPicPr>
          <p:nvPr/>
        </p:nvPicPr>
        <p:blipFill>
          <a:blip r:embed="rId3"/>
          <a:stretch>
            <a:fillRect/>
          </a:stretch>
        </p:blipFill>
        <p:spPr>
          <a:xfrm>
            <a:off x="0" y="20035"/>
            <a:ext cx="12192000" cy="6817929"/>
          </a:xfrm>
          <a:prstGeom prst="rect">
            <a:avLst/>
          </a:prstGeom>
        </p:spPr>
      </p:pic>
      <p:sp>
        <p:nvSpPr>
          <p:cNvPr id="2" name="Rectangle 1">
            <a:extLst>
              <a:ext uri="{FF2B5EF4-FFF2-40B4-BE49-F238E27FC236}">
                <a16:creationId xmlns:a16="http://schemas.microsoft.com/office/drawing/2014/main" id="{798C97B3-DB0F-71B6-F1CE-B0BABA59CA55}"/>
              </a:ext>
            </a:extLst>
          </p:cNvPr>
          <p:cNvSpPr/>
          <p:nvPr/>
        </p:nvSpPr>
        <p:spPr>
          <a:xfrm>
            <a:off x="8517835" y="3687417"/>
            <a:ext cx="3448878" cy="67586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0070C0"/>
                </a:solidFill>
              </a:ln>
            </a:endParaRPr>
          </a:p>
        </p:txBody>
      </p:sp>
    </p:spTree>
    <p:extLst>
      <p:ext uri="{BB962C8B-B14F-4D97-AF65-F5344CB8AC3E}">
        <p14:creationId xmlns:p14="http://schemas.microsoft.com/office/powerpoint/2010/main" val="352325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D0E6B-28D6-7BBE-3D5E-E152075F4690}"/>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lang="en-US" sz="3600" dirty="0"/>
              <a:t>Research question</a:t>
            </a:r>
          </a:p>
        </p:txBody>
      </p:sp>
      <p:pic>
        <p:nvPicPr>
          <p:cNvPr id="7" name="Picture 6">
            <a:extLst>
              <a:ext uri="{FF2B5EF4-FFF2-40B4-BE49-F238E27FC236}">
                <a16:creationId xmlns:a16="http://schemas.microsoft.com/office/drawing/2014/main" id="{62B7FE8E-131C-D179-51A8-28C30D0D6D50}"/>
              </a:ext>
            </a:extLst>
          </p:cNvPr>
          <p:cNvPicPr>
            <a:picLocks noChangeAspect="1"/>
          </p:cNvPicPr>
          <p:nvPr/>
        </p:nvPicPr>
        <p:blipFill>
          <a:blip r:embed="rId3"/>
          <a:srcRect t="23049" b="5648"/>
          <a:stretch/>
        </p:blipFill>
        <p:spPr>
          <a:xfrm>
            <a:off x="20" y="-39"/>
            <a:ext cx="12191980" cy="4172740"/>
          </a:xfrm>
          <a:prstGeom prst="rect">
            <a:avLst/>
          </a:prstGeom>
        </p:spPr>
      </p:pic>
    </p:spTree>
    <p:extLst>
      <p:ext uri="{BB962C8B-B14F-4D97-AF65-F5344CB8AC3E}">
        <p14:creationId xmlns:p14="http://schemas.microsoft.com/office/powerpoint/2010/main" val="357400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BD681-F8E2-F78A-20B9-07E4F8748ADC}"/>
              </a:ext>
            </a:extLst>
          </p:cNvPr>
          <p:cNvSpPr>
            <a:spLocks noGrp="1"/>
          </p:cNvSpPr>
          <p:nvPr>
            <p:ph type="title"/>
          </p:nvPr>
        </p:nvSpPr>
        <p:spPr/>
        <p:txBody>
          <a:bodyPr vert="horz" lIns="91440" tIns="45720" rIns="91440" bIns="45720" rtlCol="0" anchor="t">
            <a:normAutofit/>
          </a:bodyPr>
          <a:lstStyle/>
          <a:p>
            <a:r>
              <a:rPr lang="en-US" dirty="0"/>
              <a:t>Can we predict whether a task would be easy/hard for volunteer?</a:t>
            </a:r>
          </a:p>
        </p:txBody>
      </p:sp>
      <p:sp>
        <p:nvSpPr>
          <p:cNvPr id="6" name="TextBox 5">
            <a:extLst>
              <a:ext uri="{FF2B5EF4-FFF2-40B4-BE49-F238E27FC236}">
                <a16:creationId xmlns:a16="http://schemas.microsoft.com/office/drawing/2014/main" id="{BA7AC544-2DA9-F9B2-1B76-DAA334F36D09}"/>
              </a:ext>
            </a:extLst>
          </p:cNvPr>
          <p:cNvSpPr txBox="1"/>
          <p:nvPr/>
        </p:nvSpPr>
        <p:spPr>
          <a:xfrm>
            <a:off x="1451579" y="2015734"/>
            <a:ext cx="4162555" cy="3450613"/>
          </a:xfrm>
          <a:prstGeom prst="rect">
            <a:avLst/>
          </a:prstGeom>
        </p:spPr>
        <p:txBody>
          <a:bodyPr vert="horz" lIns="91440" tIns="45720" rIns="91440" bIns="45720" rtlCol="0" anchor="t">
            <a:normAutofit/>
          </a:bodyPr>
          <a:lstStyle/>
          <a:p>
            <a:pPr marL="285750" indent="-228600" defTabSz="914400">
              <a:lnSpc>
                <a:spcPct val="120000"/>
              </a:lnSpc>
              <a:spcAft>
                <a:spcPts val="600"/>
              </a:spcAft>
              <a:buClr>
                <a:schemeClr val="accent1"/>
              </a:buClr>
              <a:buSzPct val="100000"/>
              <a:buFont typeface="Arial" panose="020B0604020202020204" pitchFamily="34" charset="0"/>
              <a:buChar char="•"/>
            </a:pPr>
            <a:r>
              <a:rPr lang="en-US" dirty="0"/>
              <a:t>hybrid model for prediction </a:t>
            </a:r>
          </a:p>
          <a:p>
            <a:pPr marL="285750" indent="-228600" defTabSz="914400">
              <a:lnSpc>
                <a:spcPct val="120000"/>
              </a:lnSpc>
              <a:spcAft>
                <a:spcPts val="600"/>
              </a:spcAft>
              <a:buClr>
                <a:schemeClr val="accent1"/>
              </a:buClr>
              <a:buSzPct val="100000"/>
              <a:buFont typeface="Arial" panose="020B0604020202020204" pitchFamily="34" charset="0"/>
              <a:buChar char="•"/>
            </a:pPr>
            <a:r>
              <a:rPr lang="en-US" dirty="0" err="1"/>
              <a:t>bert</a:t>
            </a:r>
            <a:r>
              <a:rPr lang="en-US" dirty="0"/>
              <a:t>-based language model for optimization</a:t>
            </a:r>
          </a:p>
          <a:p>
            <a:pPr marL="57150" defTabSz="914400">
              <a:lnSpc>
                <a:spcPct val="120000"/>
              </a:lnSpc>
              <a:spcAft>
                <a:spcPts val="600"/>
              </a:spcAft>
              <a:buClr>
                <a:schemeClr val="accent1"/>
              </a:buClr>
              <a:buSzPct val="100000"/>
            </a:pPr>
            <a:endParaRPr lang="en-US" dirty="0"/>
          </a:p>
          <a:p>
            <a:pPr defTabSz="914400">
              <a:lnSpc>
                <a:spcPct val="120000"/>
              </a:lnSpc>
              <a:spcAft>
                <a:spcPts val="600"/>
              </a:spcAft>
              <a:buClr>
                <a:schemeClr val="accent1"/>
              </a:buClr>
              <a:buSzPct val="100000"/>
            </a:pPr>
            <a:r>
              <a:rPr lang="en-US" dirty="0"/>
              <a:t> </a:t>
            </a:r>
          </a:p>
        </p:txBody>
      </p:sp>
      <p:pic>
        <p:nvPicPr>
          <p:cNvPr id="5" name="Picture 4">
            <a:extLst>
              <a:ext uri="{FF2B5EF4-FFF2-40B4-BE49-F238E27FC236}">
                <a16:creationId xmlns:a16="http://schemas.microsoft.com/office/drawing/2014/main" id="{48D65B48-6157-3EE2-65A8-4D72F88030CD}"/>
              </a:ext>
            </a:extLst>
          </p:cNvPr>
          <p:cNvPicPr>
            <a:picLocks noChangeAspect="1"/>
          </p:cNvPicPr>
          <p:nvPr/>
        </p:nvPicPr>
        <p:blipFill>
          <a:blip r:embed="rId3"/>
          <a:stretch>
            <a:fillRect/>
          </a:stretch>
        </p:blipFill>
        <p:spPr>
          <a:xfrm>
            <a:off x="5614134" y="2257634"/>
            <a:ext cx="6213263" cy="3208713"/>
          </a:xfrm>
          <a:prstGeom prst="rect">
            <a:avLst/>
          </a:prstGeom>
        </p:spPr>
      </p:pic>
    </p:spTree>
    <p:extLst>
      <p:ext uri="{BB962C8B-B14F-4D97-AF65-F5344CB8AC3E}">
        <p14:creationId xmlns:p14="http://schemas.microsoft.com/office/powerpoint/2010/main" val="754677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82CED9A-B8E8-ADD3-CBDE-DCFC79BB3F57}"/>
              </a:ext>
            </a:extLst>
          </p:cNvPr>
          <p:cNvSpPr txBox="1"/>
          <p:nvPr/>
        </p:nvSpPr>
        <p:spPr>
          <a:xfrm>
            <a:off x="411480" y="991443"/>
            <a:ext cx="4443154" cy="1087819"/>
          </a:xfrm>
          <a:prstGeom prst="rect">
            <a:avLst/>
          </a:prstGeom>
        </p:spPr>
        <p:txBody>
          <a:bodyPr vert="horz" lIns="91440" tIns="45720" rIns="91440" bIns="45720" rtlCol="0" anchor="b">
            <a:normAutofit/>
          </a:bodyPr>
          <a:lstStyle/>
          <a:p>
            <a:pPr defTabSz="914400">
              <a:lnSpc>
                <a:spcPct val="90000"/>
              </a:lnSpc>
              <a:spcBef>
                <a:spcPct val="0"/>
              </a:spcBef>
              <a:spcAft>
                <a:spcPts val="600"/>
              </a:spcAft>
              <a:buClr>
                <a:schemeClr val="accent1"/>
              </a:buClr>
              <a:buSzPct val="100000"/>
            </a:pPr>
            <a:r>
              <a:rPr lang="en-US" sz="3400" b="1" kern="1200" dirty="0">
                <a:solidFill>
                  <a:schemeClr val="tx1"/>
                </a:solidFill>
                <a:latin typeface="+mj-lt"/>
                <a:ea typeface="+mj-ea"/>
                <a:cs typeface="+mj-cs"/>
              </a:rPr>
              <a:t>AUC?</a:t>
            </a:r>
          </a:p>
        </p:txBody>
      </p:sp>
      <p:sp>
        <p:nvSpPr>
          <p:cNvPr id="16" name="Rectangle 15">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9" name="TextBox 8">
            <a:extLst>
              <a:ext uri="{FF2B5EF4-FFF2-40B4-BE49-F238E27FC236}">
                <a16:creationId xmlns:a16="http://schemas.microsoft.com/office/drawing/2014/main" id="{F03E5D0B-DEC7-FC9A-80A7-AE28099CF2FD}"/>
              </a:ext>
            </a:extLst>
          </p:cNvPr>
          <p:cNvSpPr txBox="1"/>
          <p:nvPr/>
        </p:nvSpPr>
        <p:spPr>
          <a:xfrm>
            <a:off x="411480" y="2684095"/>
            <a:ext cx="4443154" cy="3492868"/>
          </a:xfrm>
          <a:prstGeom prst="rect">
            <a:avLst/>
          </a:prstGeom>
        </p:spPr>
        <p:txBody>
          <a:bodyPr vert="horz" lIns="91440" tIns="45720" rIns="91440" bIns="45720" rtlCol="0">
            <a:normAutofit/>
          </a:bodyPr>
          <a:lstStyle/>
          <a:p>
            <a:pPr marL="285750" indent="-228600" defTabSz="914400">
              <a:lnSpc>
                <a:spcPct val="90000"/>
              </a:lnSpc>
              <a:spcAft>
                <a:spcPts val="600"/>
              </a:spcAft>
              <a:buFont typeface="Arial" panose="020B0604020202020204" pitchFamily="34" charset="0"/>
              <a:buChar char="•"/>
            </a:pPr>
            <a:endParaRPr lang="en-US" dirty="0"/>
          </a:p>
          <a:p>
            <a:pPr marL="285750" indent="-228600" defTabSz="914400">
              <a:lnSpc>
                <a:spcPct val="90000"/>
              </a:lnSpc>
              <a:spcAft>
                <a:spcPts val="600"/>
              </a:spcAft>
              <a:buFont typeface="Arial" panose="020B0604020202020204" pitchFamily="34" charset="0"/>
              <a:buChar char="•"/>
            </a:pPr>
            <a:r>
              <a:rPr lang="en-US" sz="2000" dirty="0">
                <a:solidFill>
                  <a:prstClr val="black"/>
                </a:solidFill>
              </a:rPr>
              <a:t>Single‐number summary (ranging between 0.0 and 1.0) of how well a model distinguishes between two classes </a:t>
            </a:r>
            <a:endParaRPr lang="en-US" sz="2000" dirty="0"/>
          </a:p>
          <a:p>
            <a:pPr marL="285750" indent="-228600" defTabSz="914400">
              <a:lnSpc>
                <a:spcPct val="90000"/>
              </a:lnSpc>
              <a:spcAft>
                <a:spcPts val="600"/>
              </a:spcAft>
              <a:buFont typeface="Arial" panose="020B0604020202020204" pitchFamily="34" charset="0"/>
              <a:buChar char="•"/>
            </a:pPr>
            <a:r>
              <a:rPr lang="en-US" dirty="0"/>
              <a:t>AUC of </a:t>
            </a:r>
            <a:r>
              <a:rPr lang="en-US" b="1" dirty="0"/>
              <a:t>1.0:  </a:t>
            </a:r>
            <a:r>
              <a:rPr lang="en-US" dirty="0"/>
              <a:t>the model ranks all actual positives above all actual negatives </a:t>
            </a:r>
          </a:p>
          <a:p>
            <a:pPr indent="-228600" defTabSz="914400">
              <a:lnSpc>
                <a:spcPct val="90000"/>
              </a:lnSpc>
              <a:spcAft>
                <a:spcPts val="600"/>
              </a:spcAft>
              <a:buFont typeface="Arial" panose="020B0604020202020204" pitchFamily="34" charset="0"/>
              <a:buChar char="•"/>
            </a:pPr>
            <a:endParaRPr lang="en-US" dirty="0"/>
          </a:p>
          <a:p>
            <a:pPr marL="285750" indent="-228600" defTabSz="914400">
              <a:lnSpc>
                <a:spcPct val="90000"/>
              </a:lnSpc>
              <a:spcAft>
                <a:spcPts val="600"/>
              </a:spcAft>
              <a:buFont typeface="Arial" panose="020B0604020202020204" pitchFamily="34" charset="0"/>
              <a:buChar char="•"/>
            </a:pPr>
            <a:r>
              <a:rPr lang="en-US" dirty="0"/>
              <a:t>AUC of </a:t>
            </a:r>
            <a:r>
              <a:rPr lang="en-US" b="1" dirty="0"/>
              <a:t>0.5:</a:t>
            </a:r>
            <a:r>
              <a:rPr lang="en-US" dirty="0"/>
              <a:t> it is no better than random guessing.</a:t>
            </a:r>
          </a:p>
        </p:txBody>
      </p:sp>
      <p:pic>
        <p:nvPicPr>
          <p:cNvPr id="5" name="Picture 4" descr="A green line graph with black lines&#10;&#10;AI-generated content may be incorrect.">
            <a:extLst>
              <a:ext uri="{FF2B5EF4-FFF2-40B4-BE49-F238E27FC236}">
                <a16:creationId xmlns:a16="http://schemas.microsoft.com/office/drawing/2014/main" id="{AF3F363C-6FDF-64B5-4D95-09071524DF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816" y="1034467"/>
            <a:ext cx="6440424" cy="4733711"/>
          </a:xfrm>
          <a:prstGeom prst="rect">
            <a:avLst/>
          </a:prstGeom>
        </p:spPr>
      </p:pic>
    </p:spTree>
    <p:extLst>
      <p:ext uri="{BB962C8B-B14F-4D97-AF65-F5344CB8AC3E}">
        <p14:creationId xmlns:p14="http://schemas.microsoft.com/office/powerpoint/2010/main" val="250962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a:extLst>
            <a:ext uri="{FF2B5EF4-FFF2-40B4-BE49-F238E27FC236}">
              <a16:creationId xmlns:a16="http://schemas.microsoft.com/office/drawing/2014/main" id="{DC3F0323-244C-AAC8-4680-9BD72106F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89BB0-F1F3-9A33-5915-D5261BE85046}"/>
              </a:ext>
            </a:extLst>
          </p:cNvPr>
          <p:cNvSpPr>
            <a:spLocks noGrp="1"/>
          </p:cNvSpPr>
          <p:nvPr>
            <p:ph type="title"/>
          </p:nvPr>
        </p:nvSpPr>
        <p:spPr/>
        <p:txBody>
          <a:bodyPr vert="horz" lIns="91440" tIns="45720" rIns="91440" bIns="45720" rtlCol="0" anchor="t">
            <a:normAutofit/>
          </a:bodyPr>
          <a:lstStyle/>
          <a:p>
            <a:r>
              <a:rPr lang="en-US" dirty="0"/>
              <a:t>Can we predict whether a task would be easy/hard for volunteer?</a:t>
            </a:r>
          </a:p>
        </p:txBody>
      </p:sp>
      <p:sp>
        <p:nvSpPr>
          <p:cNvPr id="6" name="TextBox 5">
            <a:extLst>
              <a:ext uri="{FF2B5EF4-FFF2-40B4-BE49-F238E27FC236}">
                <a16:creationId xmlns:a16="http://schemas.microsoft.com/office/drawing/2014/main" id="{B18FAFF2-3909-5430-56C6-88707B59D2FB}"/>
              </a:ext>
            </a:extLst>
          </p:cNvPr>
          <p:cNvSpPr txBox="1"/>
          <p:nvPr/>
        </p:nvSpPr>
        <p:spPr>
          <a:xfrm>
            <a:off x="1451579" y="2015734"/>
            <a:ext cx="4162555" cy="3450613"/>
          </a:xfrm>
          <a:prstGeom prst="rect">
            <a:avLst/>
          </a:prstGeom>
        </p:spPr>
        <p:txBody>
          <a:bodyPr vert="horz" lIns="91440" tIns="45720" rIns="91440" bIns="45720" rtlCol="0" anchor="t">
            <a:normAutofit/>
          </a:bodyPr>
          <a:lstStyle/>
          <a:p>
            <a:pPr marL="285750" indent="-228600" defTabSz="914400">
              <a:lnSpc>
                <a:spcPct val="120000"/>
              </a:lnSpc>
              <a:spcAft>
                <a:spcPts val="600"/>
              </a:spcAft>
              <a:buClr>
                <a:schemeClr val="accent1"/>
              </a:buClr>
              <a:buSzPct val="100000"/>
              <a:buFont typeface="Arial" panose="020B0604020202020204" pitchFamily="34" charset="0"/>
              <a:buChar char="•"/>
            </a:pPr>
            <a:r>
              <a:rPr lang="en-US" dirty="0"/>
              <a:t>hybrid model for prediction </a:t>
            </a:r>
          </a:p>
          <a:p>
            <a:pPr marL="285750" indent="-228600" defTabSz="914400">
              <a:lnSpc>
                <a:spcPct val="120000"/>
              </a:lnSpc>
              <a:spcAft>
                <a:spcPts val="600"/>
              </a:spcAft>
              <a:buClr>
                <a:schemeClr val="accent1"/>
              </a:buClr>
              <a:buSzPct val="100000"/>
              <a:buFont typeface="Arial" panose="020B0604020202020204" pitchFamily="34" charset="0"/>
              <a:buChar char="•"/>
            </a:pPr>
            <a:r>
              <a:rPr lang="en-US" dirty="0" err="1"/>
              <a:t>bert</a:t>
            </a:r>
            <a:r>
              <a:rPr lang="en-US" dirty="0"/>
              <a:t>-based language model for optimization</a:t>
            </a:r>
          </a:p>
          <a:p>
            <a:pPr marL="285750" indent="-228600" defTabSz="914400">
              <a:lnSpc>
                <a:spcPct val="120000"/>
              </a:lnSpc>
              <a:spcAft>
                <a:spcPts val="600"/>
              </a:spcAft>
              <a:buClr>
                <a:schemeClr val="accent1"/>
              </a:buClr>
              <a:buSzPct val="100000"/>
              <a:buFont typeface="Arial" panose="020B0604020202020204" pitchFamily="34" charset="0"/>
              <a:buChar char="•"/>
            </a:pPr>
            <a:r>
              <a:rPr lang="en-US" dirty="0"/>
              <a:t>identify easy rescue with 0.71 AUC </a:t>
            </a:r>
          </a:p>
          <a:p>
            <a:pPr marL="57150" defTabSz="914400">
              <a:lnSpc>
                <a:spcPct val="120000"/>
              </a:lnSpc>
              <a:spcAft>
                <a:spcPts val="600"/>
              </a:spcAft>
              <a:buClr>
                <a:schemeClr val="accent1"/>
              </a:buClr>
              <a:buSzPct val="100000"/>
            </a:pPr>
            <a:r>
              <a:rPr lang="en-US" dirty="0"/>
              <a:t>   and hard one with 0.685 AUC</a:t>
            </a:r>
          </a:p>
          <a:p>
            <a:pPr marL="285750" indent="-228600" defTabSz="914400">
              <a:lnSpc>
                <a:spcPct val="120000"/>
              </a:lnSpc>
              <a:spcAft>
                <a:spcPts val="600"/>
              </a:spcAft>
              <a:buClr>
                <a:schemeClr val="accent1"/>
              </a:buClr>
              <a:buSzPct val="100000"/>
              <a:buFont typeface="Arial" panose="020B0604020202020204" pitchFamily="34" charset="0"/>
              <a:buChar char="•"/>
            </a:pPr>
            <a:endParaRPr lang="en-US" dirty="0"/>
          </a:p>
          <a:p>
            <a:pPr defTabSz="914400">
              <a:lnSpc>
                <a:spcPct val="120000"/>
              </a:lnSpc>
              <a:spcAft>
                <a:spcPts val="600"/>
              </a:spcAft>
              <a:buClr>
                <a:schemeClr val="accent1"/>
              </a:buClr>
              <a:buSzPct val="100000"/>
            </a:pPr>
            <a:r>
              <a:rPr lang="en-US" dirty="0"/>
              <a:t> </a:t>
            </a:r>
          </a:p>
        </p:txBody>
      </p:sp>
      <p:pic>
        <p:nvPicPr>
          <p:cNvPr id="5" name="Picture 4">
            <a:extLst>
              <a:ext uri="{FF2B5EF4-FFF2-40B4-BE49-F238E27FC236}">
                <a16:creationId xmlns:a16="http://schemas.microsoft.com/office/drawing/2014/main" id="{9285F71B-54D5-9299-C6AF-990D39400F61}"/>
              </a:ext>
            </a:extLst>
          </p:cNvPr>
          <p:cNvPicPr>
            <a:picLocks noChangeAspect="1"/>
          </p:cNvPicPr>
          <p:nvPr/>
        </p:nvPicPr>
        <p:blipFill>
          <a:blip r:embed="rId3"/>
          <a:stretch>
            <a:fillRect/>
          </a:stretch>
        </p:blipFill>
        <p:spPr>
          <a:xfrm>
            <a:off x="5614134" y="2257634"/>
            <a:ext cx="6213263" cy="3208713"/>
          </a:xfrm>
          <a:prstGeom prst="rect">
            <a:avLst/>
          </a:prstGeom>
        </p:spPr>
      </p:pic>
      <p:sp>
        <p:nvSpPr>
          <p:cNvPr id="3" name="Rectangle 2">
            <a:extLst>
              <a:ext uri="{FF2B5EF4-FFF2-40B4-BE49-F238E27FC236}">
                <a16:creationId xmlns:a16="http://schemas.microsoft.com/office/drawing/2014/main" id="{6047DA3A-BF94-0C52-1521-8E0D0365C67D}"/>
              </a:ext>
            </a:extLst>
          </p:cNvPr>
          <p:cNvSpPr/>
          <p:nvPr/>
        </p:nvSpPr>
        <p:spPr>
          <a:xfrm>
            <a:off x="5426765" y="4731025"/>
            <a:ext cx="6559826" cy="3279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39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3E44-7C34-66AC-7C70-0F405F908AA6}"/>
              </a:ext>
            </a:extLst>
          </p:cNvPr>
          <p:cNvSpPr>
            <a:spLocks noGrp="1"/>
          </p:cNvSpPr>
          <p:nvPr>
            <p:ph type="title"/>
          </p:nvPr>
        </p:nvSpPr>
        <p:spPr>
          <a:xfrm>
            <a:off x="838200" y="-58728"/>
            <a:ext cx="10515600" cy="1325563"/>
          </a:xfrm>
        </p:spPr>
        <p:txBody>
          <a:bodyPr>
            <a:normAutofit/>
          </a:bodyPr>
          <a:lstStyle/>
          <a:p>
            <a:r>
              <a:rPr lang="en-US" dirty="0"/>
              <a:t>Task</a:t>
            </a:r>
          </a:p>
        </p:txBody>
      </p:sp>
      <p:sp>
        <p:nvSpPr>
          <p:cNvPr id="3" name="AutoShape 2" descr="9,200+ Debugging Stock Photos, Pictures &amp; Royalty-Free ...">
            <a:extLst>
              <a:ext uri="{FF2B5EF4-FFF2-40B4-BE49-F238E27FC236}">
                <a16:creationId xmlns:a16="http://schemas.microsoft.com/office/drawing/2014/main" id="{CD9CE702-51E1-17E5-D5C9-03D6C50625CA}"/>
              </a:ext>
            </a:extLst>
          </p:cNvPr>
          <p:cNvSpPr>
            <a:spLocks noChangeAspect="1" noChangeArrowheads="1"/>
          </p:cNvSpPr>
          <p:nvPr/>
        </p:nvSpPr>
        <p:spPr bwMode="auto">
          <a:xfrm>
            <a:off x="5943599" y="789791"/>
            <a:ext cx="2791609" cy="27916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FF3B541D-63C1-9E32-EB92-32222CE7B6D6}"/>
              </a:ext>
            </a:extLst>
          </p:cNvPr>
          <p:cNvPicPr>
            <a:picLocks noChangeAspect="1"/>
          </p:cNvPicPr>
          <p:nvPr/>
        </p:nvPicPr>
        <p:blipFill>
          <a:blip r:embed="rId3"/>
          <a:stretch>
            <a:fillRect/>
          </a:stretch>
        </p:blipFill>
        <p:spPr>
          <a:xfrm>
            <a:off x="8287554" y="1053753"/>
            <a:ext cx="2791610" cy="1870196"/>
          </a:xfrm>
          <a:prstGeom prst="rect">
            <a:avLst/>
          </a:prstGeom>
        </p:spPr>
      </p:pic>
      <p:pic>
        <p:nvPicPr>
          <p:cNvPr id="7" name="Picture 6">
            <a:extLst>
              <a:ext uri="{FF2B5EF4-FFF2-40B4-BE49-F238E27FC236}">
                <a16:creationId xmlns:a16="http://schemas.microsoft.com/office/drawing/2014/main" id="{D8E4E610-CD28-54D3-6585-5B313455C7EE}"/>
              </a:ext>
            </a:extLst>
          </p:cNvPr>
          <p:cNvPicPr>
            <a:picLocks noChangeAspect="1"/>
          </p:cNvPicPr>
          <p:nvPr/>
        </p:nvPicPr>
        <p:blipFill>
          <a:blip r:embed="rId4"/>
          <a:stretch>
            <a:fillRect/>
          </a:stretch>
        </p:blipFill>
        <p:spPr>
          <a:xfrm>
            <a:off x="6796892" y="5087849"/>
            <a:ext cx="2981325" cy="1533525"/>
          </a:xfrm>
          <a:prstGeom prst="rect">
            <a:avLst/>
          </a:prstGeom>
        </p:spPr>
      </p:pic>
      <p:pic>
        <p:nvPicPr>
          <p:cNvPr id="8" name="Picture 7">
            <a:extLst>
              <a:ext uri="{FF2B5EF4-FFF2-40B4-BE49-F238E27FC236}">
                <a16:creationId xmlns:a16="http://schemas.microsoft.com/office/drawing/2014/main" id="{0714C59C-6612-11B6-8049-8C0EAA88AA53}"/>
              </a:ext>
            </a:extLst>
          </p:cNvPr>
          <p:cNvPicPr>
            <a:picLocks noChangeAspect="1"/>
          </p:cNvPicPr>
          <p:nvPr/>
        </p:nvPicPr>
        <p:blipFill>
          <a:blip r:embed="rId5"/>
          <a:stretch>
            <a:fillRect/>
          </a:stretch>
        </p:blipFill>
        <p:spPr>
          <a:xfrm>
            <a:off x="8812305" y="3429000"/>
            <a:ext cx="2958353" cy="1481484"/>
          </a:xfrm>
          <a:prstGeom prst="rect">
            <a:avLst/>
          </a:prstGeom>
        </p:spPr>
      </p:pic>
      <p:sp>
        <p:nvSpPr>
          <p:cNvPr id="13" name="Content Placeholder 12">
            <a:extLst>
              <a:ext uri="{FF2B5EF4-FFF2-40B4-BE49-F238E27FC236}">
                <a16:creationId xmlns:a16="http://schemas.microsoft.com/office/drawing/2014/main" id="{46E067B4-8D1B-E2F3-BB57-312F7176F1A2}"/>
              </a:ext>
            </a:extLst>
          </p:cNvPr>
          <p:cNvSpPr>
            <a:spLocks noGrp="1"/>
          </p:cNvSpPr>
          <p:nvPr>
            <p:ph idx="1"/>
          </p:nvPr>
        </p:nvSpPr>
        <p:spPr>
          <a:xfrm>
            <a:off x="717925" y="1471622"/>
            <a:ext cx="6876974" cy="1452327"/>
          </a:xfrm>
        </p:spPr>
        <p:txBody>
          <a:bodyPr>
            <a:normAutofit fontScale="85000" lnSpcReduction="20000"/>
          </a:bodyPr>
          <a:lstStyle/>
          <a:p>
            <a:pPr>
              <a:buNone/>
            </a:pPr>
            <a:r>
              <a:rPr lang="en-US" b="1" dirty="0"/>
              <a:t>Code Debugging &amp; Preparation</a:t>
            </a:r>
          </a:p>
          <a:p>
            <a:pPr>
              <a:buFont typeface="Arial" panose="020B0604020202020204" pitchFamily="34" charset="0"/>
              <a:buChar char="•"/>
            </a:pPr>
            <a:r>
              <a:rPr lang="en-US" dirty="0"/>
              <a:t>Ensured successful compilation and runtime</a:t>
            </a:r>
          </a:p>
          <a:p>
            <a:pPr>
              <a:buFont typeface="Arial" panose="020B0604020202020204" pitchFamily="34" charset="0"/>
              <a:buChar char="•"/>
            </a:pPr>
            <a:r>
              <a:rPr lang="en-US" dirty="0"/>
              <a:t>Cleaned and verified numeric/geographic features</a:t>
            </a:r>
          </a:p>
          <a:p>
            <a:endParaRPr lang="en-US" dirty="0"/>
          </a:p>
        </p:txBody>
      </p:sp>
      <p:sp>
        <p:nvSpPr>
          <p:cNvPr id="14" name="TextBox 13">
            <a:extLst>
              <a:ext uri="{FF2B5EF4-FFF2-40B4-BE49-F238E27FC236}">
                <a16:creationId xmlns:a16="http://schemas.microsoft.com/office/drawing/2014/main" id="{8DFAD07E-D84D-9204-24D2-EE7D10E2B92B}"/>
              </a:ext>
            </a:extLst>
          </p:cNvPr>
          <p:cNvSpPr txBox="1"/>
          <p:nvPr/>
        </p:nvSpPr>
        <p:spPr>
          <a:xfrm>
            <a:off x="717925" y="3046357"/>
            <a:ext cx="6443830" cy="2246769"/>
          </a:xfrm>
          <a:prstGeom prst="rect">
            <a:avLst/>
          </a:prstGeom>
          <a:noFill/>
        </p:spPr>
        <p:txBody>
          <a:bodyPr wrap="square" rtlCol="0">
            <a:spAutoFit/>
          </a:bodyPr>
          <a:lstStyle/>
          <a:p>
            <a:pPr>
              <a:buNone/>
            </a:pPr>
            <a:r>
              <a:rPr lang="en-US" sz="2000" b="1" dirty="0"/>
              <a:t>Model Training &amp; Evaluation</a:t>
            </a:r>
          </a:p>
          <a:p>
            <a:pPr marL="342900" indent="-342900">
              <a:buFont typeface="Arial" panose="020B0604020202020204" pitchFamily="34" charset="0"/>
              <a:buChar char="•"/>
            </a:pPr>
            <a:r>
              <a:rPr lang="en-US" sz="2000" dirty="0"/>
              <a:t>Trained multiple tabular models (e.g., Random Forest, </a:t>
            </a:r>
            <a:r>
              <a:rPr lang="en-US" sz="2000" dirty="0" err="1"/>
              <a:t>LightGBM</a:t>
            </a:r>
            <a:r>
              <a:rPr lang="en-US" sz="2000" dirty="0"/>
              <a:t>)</a:t>
            </a:r>
          </a:p>
          <a:p>
            <a:pPr marL="342900" indent="-342900">
              <a:buFont typeface="Arial" panose="020B0604020202020204" pitchFamily="34" charset="0"/>
              <a:buChar char="•"/>
            </a:pPr>
            <a:r>
              <a:rPr lang="en-US" sz="2000" dirty="0"/>
              <a:t>Generated predictions and performed time-based analysis</a:t>
            </a:r>
          </a:p>
          <a:p>
            <a:pPr marL="342900" indent="-342900">
              <a:buFont typeface="Arial" panose="020B0604020202020204" pitchFamily="34" charset="0"/>
              <a:buChar char="•"/>
            </a:pPr>
            <a:r>
              <a:rPr lang="en-US" sz="2000" dirty="0"/>
              <a:t>Compared performances to find a best-fit model for real-world use</a:t>
            </a:r>
          </a:p>
        </p:txBody>
      </p:sp>
      <p:sp>
        <p:nvSpPr>
          <p:cNvPr id="15" name="TextBox 14">
            <a:extLst>
              <a:ext uri="{FF2B5EF4-FFF2-40B4-BE49-F238E27FC236}">
                <a16:creationId xmlns:a16="http://schemas.microsoft.com/office/drawing/2014/main" id="{87920D5D-3AFE-7874-7E57-0C1B136020F3}"/>
              </a:ext>
            </a:extLst>
          </p:cNvPr>
          <p:cNvSpPr txBox="1"/>
          <p:nvPr/>
        </p:nvSpPr>
        <p:spPr>
          <a:xfrm>
            <a:off x="820755" y="5386378"/>
            <a:ext cx="6078967" cy="1569660"/>
          </a:xfrm>
          <a:prstGeom prst="rect">
            <a:avLst/>
          </a:prstGeom>
          <a:noFill/>
        </p:spPr>
        <p:txBody>
          <a:bodyPr wrap="square" rtlCol="0">
            <a:spAutoFit/>
          </a:bodyPr>
          <a:lstStyle/>
          <a:p>
            <a:pPr>
              <a:buNone/>
            </a:pPr>
            <a:r>
              <a:rPr lang="en-US" sz="2400" b="1" dirty="0"/>
              <a:t>Deployment in AWS</a:t>
            </a:r>
          </a:p>
          <a:p>
            <a:pPr marL="342900" indent="-342900">
              <a:buFont typeface="Arial" panose="020B0604020202020204" pitchFamily="34" charset="0"/>
              <a:buChar char="•"/>
            </a:pPr>
            <a:r>
              <a:rPr lang="en-US" sz="2400" dirty="0"/>
              <a:t>Integrated the chosen model’s output into AWS environment</a:t>
            </a:r>
          </a:p>
          <a:p>
            <a:pPr marL="342900" indent="-342900">
              <a:buFont typeface="Arial" panose="020B0604020202020204" pitchFamily="34" charset="0"/>
              <a:buChar char="•"/>
            </a:pPr>
            <a:r>
              <a:rPr lang="en-US" sz="2400" dirty="0"/>
              <a:t>Validated end-to-end functionality</a:t>
            </a:r>
          </a:p>
        </p:txBody>
      </p:sp>
    </p:spTree>
    <p:extLst>
      <p:ext uri="{BB962C8B-B14F-4D97-AF65-F5344CB8AC3E}">
        <p14:creationId xmlns:p14="http://schemas.microsoft.com/office/powerpoint/2010/main" val="19171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animEffect transition="in" filter="fade">
                                      <p:cBhvr>
                                        <p:cTn id="15" dur="500"/>
                                        <p:tgtEl>
                                          <p:spTgt spid="1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xEl>
                                              <p:pRg st="2" end="2"/>
                                            </p:txEl>
                                          </p:spTgt>
                                        </p:tgtEl>
                                        <p:attrNameLst>
                                          <p:attrName>style.visibility</p:attrName>
                                        </p:attrNameLst>
                                      </p:cBhvr>
                                      <p:to>
                                        <p:strVal val="visible"/>
                                      </p:to>
                                    </p:set>
                                    <p:animEffect transition="in" filter="fade">
                                      <p:cBhvr>
                                        <p:cTn id="18" dur="500"/>
                                        <p:tgtEl>
                                          <p:spTgt spid="1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uiExpand="1" build="p"/>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FD1CD-791C-C597-AAF4-50F13FA22289}"/>
              </a:ext>
            </a:extLst>
          </p:cNvPr>
          <p:cNvSpPr>
            <a:spLocks noGrp="1"/>
          </p:cNvSpPr>
          <p:nvPr>
            <p:ph type="title"/>
          </p:nvPr>
        </p:nvSpPr>
        <p:spPr/>
        <p:txBody>
          <a:bodyPr/>
          <a:lstStyle/>
          <a:p>
            <a:pPr algn="ctr"/>
            <a:r>
              <a:rPr lang="en-US" dirty="0"/>
              <a:t>Baseline1, Baseline2 and Final Algorithm</a:t>
            </a:r>
          </a:p>
        </p:txBody>
      </p:sp>
      <p:sp>
        <p:nvSpPr>
          <p:cNvPr id="3" name="Content Placeholder 2">
            <a:extLst>
              <a:ext uri="{FF2B5EF4-FFF2-40B4-BE49-F238E27FC236}">
                <a16:creationId xmlns:a16="http://schemas.microsoft.com/office/drawing/2014/main" id="{8A4AB9F9-B825-F36B-CC39-5A711C209A41}"/>
              </a:ext>
            </a:extLst>
          </p:cNvPr>
          <p:cNvSpPr>
            <a:spLocks noGrp="1"/>
          </p:cNvSpPr>
          <p:nvPr>
            <p:ph idx="1"/>
          </p:nvPr>
        </p:nvSpPr>
        <p:spPr>
          <a:xfrm>
            <a:off x="726687" y="1690688"/>
            <a:ext cx="4788049" cy="4351338"/>
          </a:xfrm>
        </p:spPr>
        <p:txBody>
          <a:bodyPr>
            <a:noAutofit/>
          </a:bodyPr>
          <a:lstStyle/>
          <a:p>
            <a:pPr>
              <a:buNone/>
            </a:pPr>
            <a:r>
              <a:rPr lang="en-US" sz="1800" b="1" dirty="0"/>
              <a:t>Baseline 1</a:t>
            </a:r>
            <a:r>
              <a:rPr lang="en-US" sz="1800" dirty="0"/>
              <a:t> – </a:t>
            </a:r>
            <a:r>
              <a:rPr lang="en-US" sz="1800" i="1" dirty="0"/>
              <a:t>Tabular Only</a:t>
            </a:r>
            <a:endParaRPr lang="en-US" sz="1800" dirty="0"/>
          </a:p>
          <a:p>
            <a:pPr>
              <a:buFont typeface="Arial" panose="020B0604020202020204" pitchFamily="34" charset="0"/>
              <a:buChar char="•"/>
            </a:pPr>
            <a:r>
              <a:rPr lang="en-US" sz="1800" dirty="0"/>
              <a:t>No BERT used</a:t>
            </a:r>
          </a:p>
          <a:p>
            <a:pPr>
              <a:buFont typeface="Arial" panose="020B0604020202020204" pitchFamily="34" charset="0"/>
              <a:buChar char="•"/>
            </a:pPr>
            <a:r>
              <a:rPr lang="en-US" sz="1800" dirty="0"/>
              <a:t>Trained only on gold-labeled tabular features</a:t>
            </a:r>
          </a:p>
          <a:p>
            <a:pPr>
              <a:buFont typeface="Arial" panose="020B0604020202020204" pitchFamily="34" charset="0"/>
              <a:buChar char="•"/>
            </a:pPr>
            <a:r>
              <a:rPr lang="en-US" sz="1800" dirty="0"/>
              <a:t>No pseudo-labels generated</a:t>
            </a:r>
          </a:p>
          <a:p>
            <a:pPr>
              <a:buNone/>
            </a:pPr>
            <a:r>
              <a:rPr lang="en-US" sz="1800" b="1" dirty="0"/>
              <a:t>Baseline 2</a:t>
            </a:r>
            <a:r>
              <a:rPr lang="en-US" sz="1800" dirty="0"/>
              <a:t> – </a:t>
            </a:r>
            <a:r>
              <a:rPr lang="en-US" sz="1800" i="1" dirty="0"/>
              <a:t>Simple BERT + Pseudo-labels</a:t>
            </a:r>
            <a:endParaRPr lang="en-US" sz="1800" dirty="0"/>
          </a:p>
          <a:p>
            <a:pPr>
              <a:buFont typeface="Arial" panose="020B0604020202020204" pitchFamily="34" charset="0"/>
              <a:buChar char="•"/>
            </a:pPr>
            <a:r>
              <a:rPr lang="en-US" sz="1800" dirty="0"/>
              <a:t>Fine-tuned BERT on "easy/hard" labels</a:t>
            </a:r>
          </a:p>
          <a:p>
            <a:pPr>
              <a:buFont typeface="Arial" panose="020B0604020202020204" pitchFamily="34" charset="0"/>
              <a:buChar char="•"/>
            </a:pPr>
            <a:r>
              <a:rPr lang="en-US" sz="1800" dirty="0"/>
              <a:t>Generated pseudo-labels from text</a:t>
            </a:r>
          </a:p>
          <a:p>
            <a:pPr>
              <a:buFont typeface="Arial" panose="020B0604020202020204" pitchFamily="34" charset="0"/>
              <a:buChar char="•"/>
            </a:pPr>
            <a:r>
              <a:rPr lang="en-US" sz="1800" dirty="0"/>
              <a:t>Combined with tabular data for training</a:t>
            </a:r>
          </a:p>
          <a:p>
            <a:pPr>
              <a:buNone/>
            </a:pPr>
            <a:r>
              <a:rPr lang="en-US" sz="1800" b="1" dirty="0"/>
              <a:t>Final Algorithm</a:t>
            </a:r>
            <a:r>
              <a:rPr lang="en-US" sz="1800" dirty="0"/>
              <a:t> – </a:t>
            </a:r>
            <a:r>
              <a:rPr lang="en-US" sz="1800" i="1" dirty="0"/>
              <a:t>Full BERT with Rating Pre-training</a:t>
            </a:r>
            <a:endParaRPr lang="en-US" sz="1800" dirty="0"/>
          </a:p>
          <a:p>
            <a:pPr>
              <a:buFont typeface="Arial" panose="020B0604020202020204" pitchFamily="34" charset="0"/>
              <a:buChar char="•"/>
            </a:pPr>
            <a:r>
              <a:rPr lang="en-US" sz="1800" dirty="0"/>
              <a:t>Pre-trained BERT on volunteer ratings</a:t>
            </a:r>
          </a:p>
          <a:p>
            <a:pPr>
              <a:buFont typeface="Arial" panose="020B0604020202020204" pitchFamily="34" charset="0"/>
              <a:buChar char="•"/>
            </a:pPr>
            <a:r>
              <a:rPr lang="en-US" sz="1800" dirty="0"/>
              <a:t>Fine-tuned on difficulty</a:t>
            </a:r>
          </a:p>
          <a:p>
            <a:pPr>
              <a:buFont typeface="Arial" panose="020B0604020202020204" pitchFamily="34" charset="0"/>
              <a:buChar char="•"/>
            </a:pPr>
            <a:r>
              <a:rPr lang="en-US" sz="1800" dirty="0"/>
              <a:t>Combined text + tabular with best results</a:t>
            </a:r>
          </a:p>
        </p:txBody>
      </p:sp>
      <p:pic>
        <p:nvPicPr>
          <p:cNvPr id="5" name="Picture 4">
            <a:extLst>
              <a:ext uri="{FF2B5EF4-FFF2-40B4-BE49-F238E27FC236}">
                <a16:creationId xmlns:a16="http://schemas.microsoft.com/office/drawing/2014/main" id="{64FE8046-D020-8A1A-F594-7E15E51979A9}"/>
              </a:ext>
            </a:extLst>
          </p:cNvPr>
          <p:cNvPicPr>
            <a:picLocks noChangeAspect="1"/>
          </p:cNvPicPr>
          <p:nvPr/>
        </p:nvPicPr>
        <p:blipFill>
          <a:blip r:embed="rId3"/>
          <a:stretch>
            <a:fillRect/>
          </a:stretch>
        </p:blipFill>
        <p:spPr>
          <a:xfrm>
            <a:off x="5514736" y="1478149"/>
            <a:ext cx="6402842" cy="5014726"/>
          </a:xfrm>
          <a:prstGeom prst="rect">
            <a:avLst/>
          </a:prstGeom>
        </p:spPr>
      </p:pic>
    </p:spTree>
    <p:extLst>
      <p:ext uri="{BB962C8B-B14F-4D97-AF65-F5344CB8AC3E}">
        <p14:creationId xmlns:p14="http://schemas.microsoft.com/office/powerpoint/2010/main" val="3491666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600C19-3D01-2B41-222E-6470FE092CC1}"/>
              </a:ext>
            </a:extLst>
          </p:cNvPr>
          <p:cNvSpPr>
            <a:spLocks noGrp="1"/>
          </p:cNvSpPr>
          <p:nvPr>
            <p:ph type="title"/>
          </p:nvPr>
        </p:nvSpPr>
        <p:spPr>
          <a:xfrm>
            <a:off x="838200" y="0"/>
            <a:ext cx="5251316" cy="1807305"/>
          </a:xfrm>
        </p:spPr>
        <p:txBody>
          <a:bodyPr>
            <a:normAutofit/>
          </a:bodyPr>
          <a:lstStyle/>
          <a:p>
            <a:r>
              <a:rPr lang="en-US" dirty="0"/>
              <a:t>About details</a:t>
            </a:r>
          </a:p>
        </p:txBody>
      </p:sp>
      <p:sp>
        <p:nvSpPr>
          <p:cNvPr id="3" name="Content Placeholder 2">
            <a:extLst>
              <a:ext uri="{FF2B5EF4-FFF2-40B4-BE49-F238E27FC236}">
                <a16:creationId xmlns:a16="http://schemas.microsoft.com/office/drawing/2014/main" id="{65E838D8-EF2A-DDF5-B5A5-430812079727}"/>
              </a:ext>
            </a:extLst>
          </p:cNvPr>
          <p:cNvSpPr>
            <a:spLocks noGrp="1"/>
          </p:cNvSpPr>
          <p:nvPr>
            <p:ph idx="1"/>
          </p:nvPr>
        </p:nvSpPr>
        <p:spPr>
          <a:xfrm>
            <a:off x="838200" y="1679713"/>
            <a:ext cx="4619621" cy="4813162"/>
          </a:xfrm>
        </p:spPr>
        <p:txBody>
          <a:bodyPr>
            <a:normAutofit/>
          </a:bodyPr>
          <a:lstStyle/>
          <a:p>
            <a:pPr marL="0" indent="0">
              <a:buNone/>
            </a:pPr>
            <a:r>
              <a:rPr lang="en-US" sz="2200" dirty="0"/>
              <a:t>Shortcoming of baseline1:</a:t>
            </a:r>
          </a:p>
          <a:p>
            <a:r>
              <a:rPr lang="en-US" sz="2200" dirty="0"/>
              <a:t>Only tabular features are not sufficient for prediction</a:t>
            </a:r>
          </a:p>
          <a:p>
            <a:r>
              <a:rPr lang="en-US" sz="2200" dirty="0"/>
              <a:t>comment text corpus and the pseudo-label generation are indeed helpful.</a:t>
            </a:r>
          </a:p>
          <a:p>
            <a:pPr marL="0" indent="0">
              <a:buNone/>
            </a:pPr>
            <a:endParaRPr lang="en-US" sz="2200" dirty="0"/>
          </a:p>
          <a:p>
            <a:pPr marL="0" indent="0">
              <a:buNone/>
            </a:pPr>
            <a:r>
              <a:rPr lang="en-US" sz="2200" dirty="0"/>
              <a:t>Shortcoming of baseline2:</a:t>
            </a:r>
          </a:p>
          <a:p>
            <a:r>
              <a:rPr lang="en-US" sz="2200" dirty="0"/>
              <a:t>First training BERT on rescue ratings indeed makes sense. </a:t>
            </a:r>
          </a:p>
          <a:p>
            <a:r>
              <a:rPr lang="en-US" sz="2200" dirty="0"/>
              <a:t>Far more (about 100x more) data points with ratings than with difficulty labels in the dataset</a:t>
            </a:r>
          </a:p>
          <a:p>
            <a:pPr marL="0" indent="0">
              <a:buNone/>
            </a:pPr>
            <a:endParaRPr lang="en-US" sz="1700" dirty="0"/>
          </a:p>
        </p:txBody>
      </p:sp>
      <p:pic>
        <p:nvPicPr>
          <p:cNvPr id="5" name="Picture 4">
            <a:extLst>
              <a:ext uri="{FF2B5EF4-FFF2-40B4-BE49-F238E27FC236}">
                <a16:creationId xmlns:a16="http://schemas.microsoft.com/office/drawing/2014/main" id="{BBB50C3D-B839-1526-9E1C-31B18C2D774B}"/>
              </a:ext>
            </a:extLst>
          </p:cNvPr>
          <p:cNvPicPr>
            <a:picLocks noChangeAspect="1"/>
          </p:cNvPicPr>
          <p:nvPr/>
        </p:nvPicPr>
        <p:blipFill>
          <a:blip r:embed="rId3"/>
          <a:srcRect t="16903" r="-2" b="-2"/>
          <a:stretch/>
        </p:blipFill>
        <p:spPr>
          <a:xfrm>
            <a:off x="6473689"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Rectangle 3">
            <a:extLst>
              <a:ext uri="{FF2B5EF4-FFF2-40B4-BE49-F238E27FC236}">
                <a16:creationId xmlns:a16="http://schemas.microsoft.com/office/drawing/2014/main" id="{D5C26795-7EC1-30FF-8058-0AAF0CF8C96B}"/>
              </a:ext>
            </a:extLst>
          </p:cNvPr>
          <p:cNvSpPr/>
          <p:nvPr/>
        </p:nvSpPr>
        <p:spPr>
          <a:xfrm>
            <a:off x="7106478" y="4919870"/>
            <a:ext cx="4247322" cy="1789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E694DCAD-C49D-35D0-65B3-9991EC575145}"/>
              </a:ext>
            </a:extLst>
          </p:cNvPr>
          <p:cNvSpPr/>
          <p:nvPr/>
        </p:nvSpPr>
        <p:spPr>
          <a:xfrm>
            <a:off x="6193316" y="4631635"/>
            <a:ext cx="810457" cy="298174"/>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BE8D5572-FB85-00BB-1982-E286C50DB5DF}"/>
              </a:ext>
            </a:extLst>
          </p:cNvPr>
          <p:cNvCxnSpPr/>
          <p:nvPr/>
        </p:nvCxnSpPr>
        <p:spPr>
          <a:xfrm>
            <a:off x="6473689" y="5198165"/>
            <a:ext cx="7719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629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3684CCF-CEBB-4D8E-A366-95E43D4C7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AB6F54-14CC-AE6A-687E-B666DAF78241}"/>
              </a:ext>
            </a:extLst>
          </p:cNvPr>
          <p:cNvSpPr>
            <a:spLocks noGrp="1"/>
          </p:cNvSpPr>
          <p:nvPr>
            <p:ph type="title"/>
          </p:nvPr>
        </p:nvSpPr>
        <p:spPr>
          <a:xfrm>
            <a:off x="838201" y="345810"/>
            <a:ext cx="4960945" cy="1325563"/>
          </a:xfrm>
        </p:spPr>
        <p:txBody>
          <a:bodyPr>
            <a:normAutofit/>
          </a:bodyPr>
          <a:lstStyle/>
          <a:p>
            <a:r>
              <a:rPr lang="en-US" dirty="0"/>
              <a:t>Takeaway</a:t>
            </a:r>
          </a:p>
        </p:txBody>
      </p:sp>
      <p:sp>
        <p:nvSpPr>
          <p:cNvPr id="5" name="Rectangle 2">
            <a:extLst>
              <a:ext uri="{FF2B5EF4-FFF2-40B4-BE49-F238E27FC236}">
                <a16:creationId xmlns:a16="http://schemas.microsoft.com/office/drawing/2014/main" id="{86823E8B-99CC-702D-4119-E3D5C591E669}"/>
              </a:ext>
            </a:extLst>
          </p:cNvPr>
          <p:cNvSpPr>
            <a:spLocks noGrp="1" noChangeArrowheads="1"/>
          </p:cNvSpPr>
          <p:nvPr>
            <p:ph idx="1"/>
          </p:nvPr>
        </p:nvSpPr>
        <p:spPr bwMode="auto">
          <a:xfrm>
            <a:off x="838201" y="1825625"/>
            <a:ext cx="4933462" cy="435133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sz="2600" b="0" i="0" u="none" strike="noStrike" cap="none" normalizeH="0" baseline="0" dirty="0">
                <a:ln>
                  <a:noFill/>
                </a:ln>
                <a:effectLst/>
                <a:latin typeface="Arial" panose="020B0604020202020204" pitchFamily="34" charset="0"/>
              </a:rPr>
              <a:t>Stay in regular contact with your professor to stay aligned.</a:t>
            </a:r>
          </a:p>
          <a:p>
            <a:pPr eaLnBrk="0" fontAlgn="base" hangingPunct="0">
              <a:spcBef>
                <a:spcPct val="0"/>
              </a:spcBef>
              <a:spcAft>
                <a:spcPts val="600"/>
              </a:spcAft>
            </a:pPr>
            <a:r>
              <a:rPr kumimoji="0" lang="en-US" altLang="en-US" sz="2600" b="0" i="0" u="none" strike="noStrike" cap="none" normalizeH="0" baseline="0" dirty="0">
                <a:ln>
                  <a:noFill/>
                </a:ln>
                <a:effectLst/>
                <a:latin typeface="Arial" panose="020B0604020202020204" pitchFamily="34" charset="0"/>
              </a:rPr>
              <a:t>Don’t hesitate to ask questions—engagement matters.</a:t>
            </a:r>
          </a:p>
          <a:p>
            <a:pPr eaLnBrk="0" fontAlgn="base" hangingPunct="0">
              <a:spcBef>
                <a:spcPct val="0"/>
              </a:spcBef>
              <a:spcAft>
                <a:spcPts val="600"/>
              </a:spcAft>
            </a:pPr>
            <a:r>
              <a:rPr kumimoji="0" lang="en-US" altLang="en-US" sz="2600" b="0" i="0" u="none" strike="noStrike" cap="none" normalizeH="0" baseline="0" dirty="0">
                <a:ln>
                  <a:noFill/>
                </a:ln>
                <a:effectLst/>
                <a:latin typeface="Arial" panose="020B0604020202020204" pitchFamily="34" charset="0"/>
              </a:rPr>
              <a:t>Remote work is convenient but may reduce active involvement.</a:t>
            </a:r>
          </a:p>
          <a:p>
            <a:pPr eaLnBrk="0" fontAlgn="base" hangingPunct="0">
              <a:spcBef>
                <a:spcPct val="0"/>
              </a:spcBef>
              <a:spcAft>
                <a:spcPts val="600"/>
              </a:spcAft>
            </a:pPr>
            <a:r>
              <a:rPr kumimoji="0" lang="en-US" altLang="en-US" sz="2600" b="0" i="0" u="none" strike="noStrike" cap="none" normalizeH="0" baseline="0" dirty="0">
                <a:ln>
                  <a:noFill/>
                </a:ln>
                <a:effectLst/>
                <a:latin typeface="Arial" panose="020B0604020202020204" pitchFamily="34" charset="0"/>
              </a:rPr>
              <a:t>Hands-on research helps fill gaps in theoretical knowledge.</a:t>
            </a:r>
          </a:p>
        </p:txBody>
      </p:sp>
      <p:pic>
        <p:nvPicPr>
          <p:cNvPr id="4" name="Picture 3">
            <a:extLst>
              <a:ext uri="{FF2B5EF4-FFF2-40B4-BE49-F238E27FC236}">
                <a16:creationId xmlns:a16="http://schemas.microsoft.com/office/drawing/2014/main" id="{F8C9CBFA-4CB5-6CEF-6294-2BDFB45DF9E4}"/>
              </a:ext>
            </a:extLst>
          </p:cNvPr>
          <p:cNvPicPr>
            <a:picLocks noChangeAspect="1"/>
          </p:cNvPicPr>
          <p:nvPr/>
        </p:nvPicPr>
        <p:blipFill>
          <a:blip r:embed="rId3"/>
          <a:srcRect l="14751" r="23755" b="3"/>
          <a:stretch/>
        </p:blipFill>
        <p:spPr>
          <a:xfrm>
            <a:off x="6863996" y="3154859"/>
            <a:ext cx="4030579" cy="3703141"/>
          </a:xfrm>
          <a:custGeom>
            <a:avLst/>
            <a:gdLst/>
            <a:ahLst/>
            <a:cxnLst/>
            <a:rect l="l" t="t" r="r" b="b"/>
            <a:pathLst>
              <a:path w="4030579" h="3703141">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p:spPr>
      </p:pic>
      <p:sp>
        <p:nvSpPr>
          <p:cNvPr id="22" name="Arc 21">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10869" y="-729072"/>
            <a:ext cx="4083433" cy="408343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Picture 2">
            <a:extLst>
              <a:ext uri="{FF2B5EF4-FFF2-40B4-BE49-F238E27FC236}">
                <a16:creationId xmlns:a16="http://schemas.microsoft.com/office/drawing/2014/main" id="{B87A32DE-0EF0-87EE-11F5-2D18311D3A4B}"/>
              </a:ext>
            </a:extLst>
          </p:cNvPr>
          <p:cNvPicPr>
            <a:picLocks noChangeAspect="1"/>
          </p:cNvPicPr>
          <p:nvPr/>
        </p:nvPicPr>
        <p:blipFill>
          <a:blip r:embed="rId4"/>
          <a:srcRect t="7146" r="-2" b="20632"/>
          <a:stretch/>
        </p:blipFill>
        <p:spPr>
          <a:xfrm>
            <a:off x="63058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pic>
        <p:nvPicPr>
          <p:cNvPr id="6" name="Picture 5">
            <a:extLst>
              <a:ext uri="{FF2B5EF4-FFF2-40B4-BE49-F238E27FC236}">
                <a16:creationId xmlns:a16="http://schemas.microsoft.com/office/drawing/2014/main" id="{5499E76B-B2C6-8E5C-1637-6AFE4F490371}"/>
              </a:ext>
            </a:extLst>
          </p:cNvPr>
          <p:cNvPicPr>
            <a:picLocks noChangeAspect="1"/>
          </p:cNvPicPr>
          <p:nvPr/>
        </p:nvPicPr>
        <p:blipFill>
          <a:blip r:embed="rId5"/>
          <a:srcRect l="33212" r="31049" b="3"/>
          <a:stretch/>
        </p:blipFill>
        <p:spPr>
          <a:xfrm>
            <a:off x="9933462" y="372217"/>
            <a:ext cx="2258539" cy="3554668"/>
          </a:xfrm>
          <a:custGeom>
            <a:avLst/>
            <a:gdLst/>
            <a:ahLst/>
            <a:cxnLst/>
            <a:rect l="l" t="t" r="r" b="b"/>
            <a:pathLst>
              <a:path w="2258539" h="3554668">
                <a:moveTo>
                  <a:pt x="1777334" y="0"/>
                </a:moveTo>
                <a:cubicBezTo>
                  <a:pt x="1900033" y="0"/>
                  <a:pt x="2019829" y="12434"/>
                  <a:pt x="2135529" y="36109"/>
                </a:cubicBezTo>
                <a:lnTo>
                  <a:pt x="2258539" y="67738"/>
                </a:lnTo>
                <a:lnTo>
                  <a:pt x="2258539" y="3486930"/>
                </a:lnTo>
                <a:lnTo>
                  <a:pt x="2135529" y="3518559"/>
                </a:lnTo>
                <a:cubicBezTo>
                  <a:pt x="2019829" y="3542235"/>
                  <a:pt x="1900033" y="3554668"/>
                  <a:pt x="1777334" y="3554668"/>
                </a:cubicBezTo>
                <a:cubicBezTo>
                  <a:pt x="795739" y="3554668"/>
                  <a:pt x="0" y="2758929"/>
                  <a:pt x="0" y="1777334"/>
                </a:cubicBezTo>
                <a:cubicBezTo>
                  <a:pt x="0" y="795740"/>
                  <a:pt x="795739" y="0"/>
                  <a:pt x="1777334" y="0"/>
                </a:cubicBezTo>
                <a:close/>
              </a:path>
            </a:pathLst>
          </a:custGeom>
        </p:spPr>
      </p:pic>
    </p:spTree>
    <p:extLst>
      <p:ext uri="{BB962C8B-B14F-4D97-AF65-F5344CB8AC3E}">
        <p14:creationId xmlns:p14="http://schemas.microsoft.com/office/powerpoint/2010/main" val="368595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Computer script on a screen">
            <a:extLst>
              <a:ext uri="{FF2B5EF4-FFF2-40B4-BE49-F238E27FC236}">
                <a16:creationId xmlns:a16="http://schemas.microsoft.com/office/drawing/2014/main" id="{2BAD97A8-C356-FD7D-4BDB-6B03161A80BE}"/>
              </a:ext>
            </a:extLst>
          </p:cNvPr>
          <p:cNvPicPr>
            <a:picLocks noChangeAspect="1"/>
          </p:cNvPicPr>
          <p:nvPr/>
        </p:nvPicPr>
        <p:blipFill>
          <a:blip r:embed="rId3"/>
          <a:srcRect r="15627" b="-1"/>
          <a:stretch/>
        </p:blipFill>
        <p:spPr>
          <a:xfrm>
            <a:off x="3523488" y="10"/>
            <a:ext cx="8668512" cy="6857990"/>
          </a:xfrm>
          <a:prstGeom prst="rect">
            <a:avLst/>
          </a:prstGeom>
        </p:spPr>
      </p:pic>
      <p:sp>
        <p:nvSpPr>
          <p:cNvPr id="21" name="Rectangle 2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FC2758-F62F-0F4C-B27D-272179BCF77C}"/>
              </a:ext>
            </a:extLst>
          </p:cNvPr>
          <p:cNvSpPr>
            <a:spLocks noGrp="1"/>
          </p:cNvSpPr>
          <p:nvPr>
            <p:ph type="title"/>
          </p:nvPr>
        </p:nvSpPr>
        <p:spPr>
          <a:xfrm>
            <a:off x="477981" y="845140"/>
            <a:ext cx="4023360" cy="3481357"/>
          </a:xfrm>
        </p:spPr>
        <p:txBody>
          <a:bodyPr vert="horz" lIns="91440" tIns="45720" rIns="91440" bIns="45720" rtlCol="0" anchor="b">
            <a:normAutofit/>
          </a:bodyPr>
          <a:lstStyle/>
          <a:p>
            <a:r>
              <a:rPr lang="en-US" sz="3400" dirty="0"/>
              <a:t>1.Good Experience</a:t>
            </a:r>
            <a:br>
              <a:rPr lang="en-US" sz="3400" dirty="0"/>
            </a:br>
            <a:r>
              <a:rPr lang="en-US" sz="3400" dirty="0"/>
              <a:t>2. 2 direction: Software Engineering/ ML</a:t>
            </a:r>
            <a:br>
              <a:rPr lang="en-US" sz="3400" dirty="0"/>
            </a:br>
            <a:r>
              <a:rPr lang="en-US" sz="3400" dirty="0"/>
              <a:t>3. Hesitation(Need more time to decide)</a:t>
            </a:r>
          </a:p>
        </p:txBody>
      </p:sp>
      <p:sp>
        <p:nvSpPr>
          <p:cNvPr id="3" name="TextBox 2">
            <a:extLst>
              <a:ext uri="{FF2B5EF4-FFF2-40B4-BE49-F238E27FC236}">
                <a16:creationId xmlns:a16="http://schemas.microsoft.com/office/drawing/2014/main" id="{08D455CC-E0AD-B6D6-89ED-63EE22B39AA7}"/>
              </a:ext>
            </a:extLst>
          </p:cNvPr>
          <p:cNvSpPr txBox="1"/>
          <p:nvPr/>
        </p:nvSpPr>
        <p:spPr>
          <a:xfrm>
            <a:off x="477980" y="4872922"/>
            <a:ext cx="4023359" cy="1208141"/>
          </a:xfrm>
          <a:prstGeom prst="rect">
            <a:avLst/>
          </a:prstGeom>
        </p:spPr>
        <p:txBody>
          <a:bodyPr vert="horz" lIns="91440" tIns="45720" rIns="91440" bIns="45720" rtlCol="0">
            <a:normAutofit/>
          </a:bodyPr>
          <a:lstStyle/>
          <a:p>
            <a:pPr defTabSz="914400">
              <a:lnSpc>
                <a:spcPct val="90000"/>
              </a:lnSpc>
              <a:spcBef>
                <a:spcPts val="1000"/>
              </a:spcBef>
            </a:pPr>
            <a:r>
              <a:rPr lang="en-US" sz="4000" dirty="0"/>
              <a:t>Summary</a:t>
            </a:r>
          </a:p>
        </p:txBody>
      </p:sp>
      <p:sp>
        <p:nvSpPr>
          <p:cNvPr id="23" name="Rectangle 2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774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0E5BF51-7977-3035-C151-DE21967ABA5D}"/>
              </a:ext>
            </a:extLst>
          </p:cNvPr>
          <p:cNvPicPr>
            <a:picLocks noChangeAspect="1"/>
          </p:cNvPicPr>
          <p:nvPr/>
        </p:nvPicPr>
        <p:blipFill>
          <a:blip r:embed="rId2"/>
          <a:srcRect r="14105" b="909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20E3F56-BFCA-F67A-AAC6-4185EC69D64A}"/>
              </a:ext>
            </a:extLst>
          </p:cNvPr>
          <p:cNvSpPr>
            <a:spLocks noGrp="1"/>
          </p:cNvSpPr>
          <p:nvPr>
            <p:ph type="title"/>
          </p:nvPr>
        </p:nvSpPr>
        <p:spPr>
          <a:xfrm>
            <a:off x="371094" y="1161288"/>
            <a:ext cx="3438144" cy="1124712"/>
          </a:xfrm>
        </p:spPr>
        <p:txBody>
          <a:bodyPr vert="horz" lIns="91440" tIns="45720" rIns="91440" bIns="45720" rtlCol="0" anchor="b">
            <a:normAutofit/>
          </a:bodyPr>
          <a:lstStyle/>
          <a:p>
            <a:r>
              <a:rPr lang="en-US" sz="2800" dirty="0"/>
              <a:t>Reference</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05C1E55C-F321-3E68-9790-DAE7D996EDF5}"/>
              </a:ext>
            </a:extLst>
          </p:cNvPr>
          <p:cNvSpPr txBox="1"/>
          <p:nvPr/>
        </p:nvSpPr>
        <p:spPr>
          <a:xfrm>
            <a:off x="371094" y="2718054"/>
            <a:ext cx="3438906" cy="3207258"/>
          </a:xfrm>
          <a:prstGeom prst="rect">
            <a:avLst/>
          </a:prstGeom>
        </p:spPr>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1700" b="1" dirty="0"/>
              <a:t>Shi, Ryan Z.</a:t>
            </a:r>
            <a:r>
              <a:rPr lang="en-US" sz="1700" dirty="0"/>
              <a:t> </a:t>
            </a:r>
            <a:r>
              <a:rPr lang="en-US" sz="1700" i="1" dirty="0"/>
              <a:t>Ryan Z. Shi – Homepage.</a:t>
            </a:r>
            <a:r>
              <a:rPr lang="en-US" sz="1700" dirty="0"/>
              <a:t> </a:t>
            </a:r>
            <a:r>
              <a:rPr lang="en-US" sz="1700" dirty="0">
                <a:hlinkClick r:id="rId3"/>
              </a:rPr>
              <a:t>https://ryanzshi.github.io/</a:t>
            </a:r>
            <a:r>
              <a:rPr lang="en-US" sz="1700" dirty="0"/>
              <a:t>. Accessed 3 Apr. 2025.</a:t>
            </a:r>
          </a:p>
          <a:p>
            <a:pPr indent="-228600" defTabSz="914400">
              <a:lnSpc>
                <a:spcPct val="90000"/>
              </a:lnSpc>
              <a:spcAft>
                <a:spcPts val="600"/>
              </a:spcAft>
              <a:buFont typeface="Arial" panose="020B0604020202020204" pitchFamily="34" charset="0"/>
              <a:buChar char="•"/>
            </a:pPr>
            <a:endParaRPr lang="en-US" sz="1700" dirty="0"/>
          </a:p>
          <a:p>
            <a:pPr indent="-228600" defTabSz="914400">
              <a:lnSpc>
                <a:spcPct val="90000"/>
              </a:lnSpc>
              <a:spcAft>
                <a:spcPts val="600"/>
              </a:spcAft>
              <a:buFont typeface="Arial" panose="020B0604020202020204" pitchFamily="34" charset="0"/>
              <a:buChar char="•"/>
            </a:pPr>
            <a:r>
              <a:rPr lang="en-US" sz="1700" b="1" dirty="0"/>
              <a:t>Wang, Tony, et al.</a:t>
            </a:r>
            <a:r>
              <a:rPr lang="en-US" sz="1700" dirty="0"/>
              <a:t> "How Hard Is It to Find a Needle in a Haystack? A Study of Model-Based Food Rescue." </a:t>
            </a:r>
            <a:r>
              <a:rPr lang="en-US" sz="1700" i="1" dirty="0"/>
              <a:t>Proceedings of the ACM Web Conference 2024</a:t>
            </a:r>
            <a:r>
              <a:rPr lang="en-US" sz="1700" dirty="0"/>
              <a:t>, 2024, https://doi.org/10.1145/3589334.3648155. Accessed 3 Apr. 2025.</a:t>
            </a:r>
          </a:p>
        </p:txBody>
      </p:sp>
    </p:spTree>
    <p:extLst>
      <p:ext uri="{BB962C8B-B14F-4D97-AF65-F5344CB8AC3E}">
        <p14:creationId xmlns:p14="http://schemas.microsoft.com/office/powerpoint/2010/main" val="3542130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050" name="Picture 2" descr="4,900+ Qa Stock Photos, Pictures &amp; Royalty-Free Images ...">
            <a:extLst>
              <a:ext uri="{FF2B5EF4-FFF2-40B4-BE49-F238E27FC236}">
                <a16:creationId xmlns:a16="http://schemas.microsoft.com/office/drawing/2014/main" id="{0728827E-DEF6-E7D9-A15B-8985FDE20A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586" b="7431"/>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33370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F40CD7F-C8DA-476B-B9B6-820B779F7F42}">
  <we:reference id="0f21ddb5-5c95-4be6-81cc-d95eba46e774" version="1.0.0.0" store="EXCatalog" storeType="EXCatalog"/>
  <we:alternateReferences>
    <we:reference id="WA104380902" version="1.0.0.0" store="en-US" storeType="OMEX"/>
  </we:alternateReferences>
  <we:properties/>
  <we:bindings/>
  <we:snapshot xmlns:r="http://schemas.openxmlformats.org/officeDocument/2006/relationships"/>
</we:webextension>
</file>

<file path=docMetadata/LabelInfo.xml><?xml version="1.0" encoding="utf-8"?>
<clbl:labelList xmlns:clbl="http://schemas.microsoft.com/office/2020/mipLabelMetadata">
  <clbl:label id="{9ef9f489-e0a0-4eeb-87cc-3a526112fd0d}" enabled="0" method="" siteId="{9ef9f489-e0a0-4eeb-87cc-3a526112fd0d}" removed="1"/>
</clbl:labelList>
</file>

<file path=docProps/app.xml><?xml version="1.0" encoding="utf-8"?>
<Properties xmlns="http://schemas.openxmlformats.org/officeDocument/2006/extended-properties" xmlns:vt="http://schemas.openxmlformats.org/officeDocument/2006/docPropsVTypes">
  <Template>Office Theme</Template>
  <TotalTime>4406</TotalTime>
  <Words>1735</Words>
  <Application>Microsoft Office PowerPoint</Application>
  <PresentationFormat>Widescreen</PresentationFormat>
  <Paragraphs>105</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Aptos Display</vt:lpstr>
      <vt:lpstr>Arial</vt:lpstr>
      <vt:lpstr>Calibri</vt:lpstr>
      <vt:lpstr>Roboto</vt:lpstr>
      <vt:lpstr>Times New Roman</vt:lpstr>
      <vt:lpstr>Office Theme</vt:lpstr>
      <vt:lpstr>PowerPoint Presentation</vt:lpstr>
      <vt:lpstr>PowerPoint Presentation</vt:lpstr>
      <vt:lpstr>Background</vt:lpstr>
      <vt:lpstr>PowerPoint Presentation</vt:lpstr>
      <vt:lpstr>PowerPoint Presentation</vt:lpstr>
      <vt:lpstr>Research question</vt:lpstr>
      <vt:lpstr>Can we predict whether a task would be easy/hard for volunteer?</vt:lpstr>
      <vt:lpstr>PowerPoint Presentation</vt:lpstr>
      <vt:lpstr>Can we predict whether a task would be easy/hard for volunteer?</vt:lpstr>
      <vt:lpstr>Task</vt:lpstr>
      <vt:lpstr>Baseline1, Baseline2 and Final Algorithm</vt:lpstr>
      <vt:lpstr>About details</vt:lpstr>
      <vt:lpstr>Takeaway</vt:lpstr>
      <vt:lpstr>1.Good Experience 2. 2 direction: Software Engineering/ ML 3. Hesitation(Need more time to decide)</vt:lpstr>
      <vt:lpstr>Reference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Mingyu</dc:creator>
  <cp:lastModifiedBy>Chen, Mingyu</cp:lastModifiedBy>
  <cp:revision>1</cp:revision>
  <dcterms:created xsi:type="dcterms:W3CDTF">2025-03-28T15:22:47Z</dcterms:created>
  <dcterms:modified xsi:type="dcterms:W3CDTF">2025-04-09T05:33:37Z</dcterms:modified>
</cp:coreProperties>
</file>